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  <p:sldMasterId id="2147483676" r:id="rId2"/>
  </p:sldMasterIdLst>
  <p:notesMasterIdLst>
    <p:notesMasterId r:id="rId14"/>
  </p:notesMasterIdLst>
  <p:sldIdLst>
    <p:sldId id="302" r:id="rId3"/>
    <p:sldId id="303" r:id="rId4"/>
    <p:sldId id="356" r:id="rId5"/>
    <p:sldId id="370" r:id="rId6"/>
    <p:sldId id="368" r:id="rId7"/>
    <p:sldId id="372" r:id="rId8"/>
    <p:sldId id="369" r:id="rId9"/>
    <p:sldId id="367" r:id="rId10"/>
    <p:sldId id="357" r:id="rId11"/>
    <p:sldId id="364" r:id="rId12"/>
    <p:sldId id="330" r:id="rId13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HT-DNCT" initials="A" lastIdx="1" clrIdx="0">
    <p:extLst>
      <p:ext uri="{19B8F6BF-5375-455C-9EA6-DF929625EA0E}">
        <p15:presenceInfo xmlns:p15="http://schemas.microsoft.com/office/powerpoint/2012/main" userId="AHT-DNC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093"/>
    <a:srgbClr val="217EFB"/>
    <a:srgbClr val="FFFFFF"/>
    <a:srgbClr val="42C1C7"/>
    <a:srgbClr val="E8E8E8"/>
    <a:srgbClr val="F5F8FB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9288" autoAdjust="0"/>
  </p:normalViewPr>
  <p:slideViewPr>
    <p:cSldViewPr>
      <p:cViewPr varScale="1">
        <p:scale>
          <a:sx n="96" d="100"/>
          <a:sy n="96" d="100"/>
        </p:scale>
        <p:origin x="307" y="6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081" y="1420283"/>
            <a:ext cx="5180251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162" y="2590800"/>
            <a:ext cx="4266089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7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8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36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3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0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77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44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8/4/2026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44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44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6885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44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8/4/2026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44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44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63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416" y="2937934"/>
            <a:ext cx="5180251" cy="908050"/>
          </a:xfrm>
        </p:spPr>
        <p:txBody>
          <a:bodyPr anchor="t"/>
          <a:lstStyle>
            <a:lvl1pPr algn="l">
              <a:defRPr sz="2666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416" y="1937809"/>
            <a:ext cx="5180251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72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448" indent="0">
              <a:buNone/>
              <a:defRPr sz="1066">
                <a:solidFill>
                  <a:schemeClr val="tx1">
                    <a:tint val="75000"/>
                  </a:schemeClr>
                </a:solidFill>
              </a:defRPr>
            </a:lvl3pPr>
            <a:lvl4pPr marL="91417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8895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3619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343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06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7790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44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8/4/2026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44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44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3549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721" y="1066800"/>
            <a:ext cx="2691699" cy="3017309"/>
          </a:xfrm>
        </p:spPr>
        <p:txBody>
          <a:bodyPr/>
          <a:lstStyle>
            <a:lvl1pPr>
              <a:defRPr sz="1866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7993" y="1066800"/>
            <a:ext cx="2691699" cy="3017309"/>
          </a:xfrm>
        </p:spPr>
        <p:txBody>
          <a:bodyPr/>
          <a:lstStyle>
            <a:lvl1pPr>
              <a:defRPr sz="1866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44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8/4/2026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44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44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6089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721" y="1023409"/>
            <a:ext cx="269275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724" indent="0">
              <a:buNone/>
              <a:defRPr sz="1333" b="1"/>
            </a:lvl2pPr>
            <a:lvl3pPr marL="609448" indent="0">
              <a:buNone/>
              <a:defRPr sz="1200" b="1"/>
            </a:lvl3pPr>
            <a:lvl4pPr marL="914171" indent="0">
              <a:buNone/>
              <a:defRPr sz="1066" b="1"/>
            </a:lvl4pPr>
            <a:lvl5pPr marL="1218895" indent="0">
              <a:buNone/>
              <a:defRPr sz="1066" b="1"/>
            </a:lvl5pPr>
            <a:lvl6pPr marL="1523619" indent="0">
              <a:buNone/>
              <a:defRPr sz="1066" b="1"/>
            </a:lvl6pPr>
            <a:lvl7pPr marL="1828343" indent="0">
              <a:buNone/>
              <a:defRPr sz="1066" b="1"/>
            </a:lvl7pPr>
            <a:lvl8pPr marL="2133067" indent="0">
              <a:buNone/>
              <a:defRPr sz="1066" b="1"/>
            </a:lvl8pPr>
            <a:lvl9pPr marL="2437790" indent="0">
              <a:buNone/>
              <a:defRPr sz="106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721" y="1449917"/>
            <a:ext cx="269275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6"/>
            </a:lvl4pPr>
            <a:lvl5pPr>
              <a:defRPr sz="1066"/>
            </a:lvl5pPr>
            <a:lvl6pPr>
              <a:defRPr sz="1066"/>
            </a:lvl6pPr>
            <a:lvl7pPr>
              <a:defRPr sz="1066"/>
            </a:lvl7pPr>
            <a:lvl8pPr>
              <a:defRPr sz="1066"/>
            </a:lvl8pPr>
            <a:lvl9pPr>
              <a:defRPr sz="10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5877" y="1023409"/>
            <a:ext cx="2693815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724" indent="0">
              <a:buNone/>
              <a:defRPr sz="1333" b="1"/>
            </a:lvl2pPr>
            <a:lvl3pPr marL="609448" indent="0">
              <a:buNone/>
              <a:defRPr sz="1200" b="1"/>
            </a:lvl3pPr>
            <a:lvl4pPr marL="914171" indent="0">
              <a:buNone/>
              <a:defRPr sz="1066" b="1"/>
            </a:lvl4pPr>
            <a:lvl5pPr marL="1218895" indent="0">
              <a:buNone/>
              <a:defRPr sz="1066" b="1"/>
            </a:lvl5pPr>
            <a:lvl6pPr marL="1523619" indent="0">
              <a:buNone/>
              <a:defRPr sz="1066" b="1"/>
            </a:lvl6pPr>
            <a:lvl7pPr marL="1828343" indent="0">
              <a:buNone/>
              <a:defRPr sz="1066" b="1"/>
            </a:lvl7pPr>
            <a:lvl8pPr marL="2133067" indent="0">
              <a:buNone/>
              <a:defRPr sz="1066" b="1"/>
            </a:lvl8pPr>
            <a:lvl9pPr marL="2437790" indent="0">
              <a:buNone/>
              <a:defRPr sz="106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5877" y="1449917"/>
            <a:ext cx="2693815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6"/>
            </a:lvl4pPr>
            <a:lvl5pPr>
              <a:defRPr sz="1066"/>
            </a:lvl5pPr>
            <a:lvl6pPr>
              <a:defRPr sz="1066"/>
            </a:lvl6pPr>
            <a:lvl7pPr>
              <a:defRPr sz="1066"/>
            </a:lvl7pPr>
            <a:lvl8pPr>
              <a:defRPr sz="1066"/>
            </a:lvl8pPr>
            <a:lvl9pPr>
              <a:defRPr sz="10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44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8/4/2026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44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44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7000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44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8/4/2026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44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44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832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44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8/4/2026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44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44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765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721" y="182033"/>
            <a:ext cx="2005020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2746" y="182034"/>
            <a:ext cx="3406946" cy="3902075"/>
          </a:xfrm>
        </p:spPr>
        <p:txBody>
          <a:bodyPr/>
          <a:lstStyle>
            <a:lvl1pPr>
              <a:defRPr sz="2133"/>
            </a:lvl1pPr>
            <a:lvl2pPr>
              <a:defRPr sz="1866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21" y="956734"/>
            <a:ext cx="2005020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724" indent="0">
              <a:buNone/>
              <a:defRPr sz="800"/>
            </a:lvl2pPr>
            <a:lvl3pPr marL="609448" indent="0">
              <a:buNone/>
              <a:defRPr sz="667"/>
            </a:lvl3pPr>
            <a:lvl4pPr marL="914171" indent="0">
              <a:buNone/>
              <a:defRPr sz="600"/>
            </a:lvl4pPr>
            <a:lvl5pPr marL="1218895" indent="0">
              <a:buNone/>
              <a:defRPr sz="600"/>
            </a:lvl5pPr>
            <a:lvl6pPr marL="1523619" indent="0">
              <a:buNone/>
              <a:defRPr sz="600"/>
            </a:lvl6pPr>
            <a:lvl7pPr marL="1828343" indent="0">
              <a:buNone/>
              <a:defRPr sz="600"/>
            </a:lvl7pPr>
            <a:lvl8pPr marL="2133067" indent="0">
              <a:buNone/>
              <a:defRPr sz="600"/>
            </a:lvl8pPr>
            <a:lvl9pPr marL="243779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44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8/4/2026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44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44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9369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547" y="3200400"/>
            <a:ext cx="3656648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547" y="408517"/>
            <a:ext cx="3656648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724" indent="0">
              <a:buNone/>
              <a:defRPr sz="1866"/>
            </a:lvl2pPr>
            <a:lvl3pPr marL="609448" indent="0">
              <a:buNone/>
              <a:defRPr sz="1600"/>
            </a:lvl3pPr>
            <a:lvl4pPr marL="914171" indent="0">
              <a:buNone/>
              <a:defRPr sz="1333"/>
            </a:lvl4pPr>
            <a:lvl5pPr marL="1218895" indent="0">
              <a:buNone/>
              <a:defRPr sz="1333"/>
            </a:lvl5pPr>
            <a:lvl6pPr marL="1523619" indent="0">
              <a:buNone/>
              <a:defRPr sz="1333"/>
            </a:lvl6pPr>
            <a:lvl7pPr marL="1828343" indent="0">
              <a:buNone/>
              <a:defRPr sz="1333"/>
            </a:lvl7pPr>
            <a:lvl8pPr marL="2133067" indent="0">
              <a:buNone/>
              <a:defRPr sz="1333"/>
            </a:lvl8pPr>
            <a:lvl9pPr marL="2437790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547" y="3578225"/>
            <a:ext cx="3656648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724" indent="0">
              <a:buNone/>
              <a:defRPr sz="800"/>
            </a:lvl2pPr>
            <a:lvl3pPr marL="609448" indent="0">
              <a:buNone/>
              <a:defRPr sz="667"/>
            </a:lvl3pPr>
            <a:lvl4pPr marL="914171" indent="0">
              <a:buNone/>
              <a:defRPr sz="600"/>
            </a:lvl4pPr>
            <a:lvl5pPr marL="1218895" indent="0">
              <a:buNone/>
              <a:defRPr sz="600"/>
            </a:lvl5pPr>
            <a:lvl6pPr marL="1523619" indent="0">
              <a:buNone/>
              <a:defRPr sz="600"/>
            </a:lvl6pPr>
            <a:lvl7pPr marL="1828343" indent="0">
              <a:buNone/>
              <a:defRPr sz="600"/>
            </a:lvl7pPr>
            <a:lvl8pPr marL="2133067" indent="0">
              <a:buNone/>
              <a:defRPr sz="600"/>
            </a:lvl8pPr>
            <a:lvl9pPr marL="243779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44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8/4/2026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44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44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5852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44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8/4/2026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44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44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3580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8449" y="183092"/>
            <a:ext cx="1371243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721" y="183092"/>
            <a:ext cx="4012155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44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8/4/2026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44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44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305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081" y="1420283"/>
            <a:ext cx="5180251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162" y="2590800"/>
            <a:ext cx="4266089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7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8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36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3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0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77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44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8/4/2026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44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44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26682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44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8/4/2026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44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44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60388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416" y="2937934"/>
            <a:ext cx="5180251" cy="908050"/>
          </a:xfrm>
        </p:spPr>
        <p:txBody>
          <a:bodyPr anchor="t"/>
          <a:lstStyle>
            <a:lvl1pPr algn="l">
              <a:defRPr sz="2666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416" y="1937809"/>
            <a:ext cx="5180251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72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448" indent="0">
              <a:buNone/>
              <a:defRPr sz="1066">
                <a:solidFill>
                  <a:schemeClr val="tx1">
                    <a:tint val="75000"/>
                  </a:schemeClr>
                </a:solidFill>
              </a:defRPr>
            </a:lvl3pPr>
            <a:lvl4pPr marL="91417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8895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3619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343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06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7790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44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8/4/2026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44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44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36978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721" y="1066800"/>
            <a:ext cx="2691699" cy="3017309"/>
          </a:xfrm>
        </p:spPr>
        <p:txBody>
          <a:bodyPr/>
          <a:lstStyle>
            <a:lvl1pPr>
              <a:defRPr sz="1866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7993" y="1066800"/>
            <a:ext cx="2691699" cy="3017309"/>
          </a:xfrm>
        </p:spPr>
        <p:txBody>
          <a:bodyPr/>
          <a:lstStyle>
            <a:lvl1pPr>
              <a:defRPr sz="1866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44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8/4/2026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44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44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7671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721" y="1023409"/>
            <a:ext cx="269275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724" indent="0">
              <a:buNone/>
              <a:defRPr sz="1333" b="1"/>
            </a:lvl2pPr>
            <a:lvl3pPr marL="609448" indent="0">
              <a:buNone/>
              <a:defRPr sz="1200" b="1"/>
            </a:lvl3pPr>
            <a:lvl4pPr marL="914171" indent="0">
              <a:buNone/>
              <a:defRPr sz="1066" b="1"/>
            </a:lvl4pPr>
            <a:lvl5pPr marL="1218895" indent="0">
              <a:buNone/>
              <a:defRPr sz="1066" b="1"/>
            </a:lvl5pPr>
            <a:lvl6pPr marL="1523619" indent="0">
              <a:buNone/>
              <a:defRPr sz="1066" b="1"/>
            </a:lvl6pPr>
            <a:lvl7pPr marL="1828343" indent="0">
              <a:buNone/>
              <a:defRPr sz="1066" b="1"/>
            </a:lvl7pPr>
            <a:lvl8pPr marL="2133067" indent="0">
              <a:buNone/>
              <a:defRPr sz="1066" b="1"/>
            </a:lvl8pPr>
            <a:lvl9pPr marL="2437790" indent="0">
              <a:buNone/>
              <a:defRPr sz="106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721" y="1449917"/>
            <a:ext cx="269275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6"/>
            </a:lvl4pPr>
            <a:lvl5pPr>
              <a:defRPr sz="1066"/>
            </a:lvl5pPr>
            <a:lvl6pPr>
              <a:defRPr sz="1066"/>
            </a:lvl6pPr>
            <a:lvl7pPr>
              <a:defRPr sz="1066"/>
            </a:lvl7pPr>
            <a:lvl8pPr>
              <a:defRPr sz="1066"/>
            </a:lvl8pPr>
            <a:lvl9pPr>
              <a:defRPr sz="10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5877" y="1023409"/>
            <a:ext cx="2693815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724" indent="0">
              <a:buNone/>
              <a:defRPr sz="1333" b="1"/>
            </a:lvl2pPr>
            <a:lvl3pPr marL="609448" indent="0">
              <a:buNone/>
              <a:defRPr sz="1200" b="1"/>
            </a:lvl3pPr>
            <a:lvl4pPr marL="914171" indent="0">
              <a:buNone/>
              <a:defRPr sz="1066" b="1"/>
            </a:lvl4pPr>
            <a:lvl5pPr marL="1218895" indent="0">
              <a:buNone/>
              <a:defRPr sz="1066" b="1"/>
            </a:lvl5pPr>
            <a:lvl6pPr marL="1523619" indent="0">
              <a:buNone/>
              <a:defRPr sz="1066" b="1"/>
            </a:lvl6pPr>
            <a:lvl7pPr marL="1828343" indent="0">
              <a:buNone/>
              <a:defRPr sz="1066" b="1"/>
            </a:lvl7pPr>
            <a:lvl8pPr marL="2133067" indent="0">
              <a:buNone/>
              <a:defRPr sz="1066" b="1"/>
            </a:lvl8pPr>
            <a:lvl9pPr marL="2437790" indent="0">
              <a:buNone/>
              <a:defRPr sz="106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5877" y="1449917"/>
            <a:ext cx="2693815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6"/>
            </a:lvl4pPr>
            <a:lvl5pPr>
              <a:defRPr sz="1066"/>
            </a:lvl5pPr>
            <a:lvl6pPr>
              <a:defRPr sz="1066"/>
            </a:lvl6pPr>
            <a:lvl7pPr>
              <a:defRPr sz="1066"/>
            </a:lvl7pPr>
            <a:lvl8pPr>
              <a:defRPr sz="1066"/>
            </a:lvl8pPr>
            <a:lvl9pPr>
              <a:defRPr sz="10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44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8/4/2026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44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44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2384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44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8/4/2026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44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44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60047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44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8/4/2026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44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44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0576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721" y="182033"/>
            <a:ext cx="2005020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2746" y="182034"/>
            <a:ext cx="3406946" cy="3902075"/>
          </a:xfrm>
        </p:spPr>
        <p:txBody>
          <a:bodyPr/>
          <a:lstStyle>
            <a:lvl1pPr>
              <a:defRPr sz="2133"/>
            </a:lvl1pPr>
            <a:lvl2pPr>
              <a:defRPr sz="1866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21" y="956734"/>
            <a:ext cx="2005020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724" indent="0">
              <a:buNone/>
              <a:defRPr sz="800"/>
            </a:lvl2pPr>
            <a:lvl3pPr marL="609448" indent="0">
              <a:buNone/>
              <a:defRPr sz="667"/>
            </a:lvl3pPr>
            <a:lvl4pPr marL="914171" indent="0">
              <a:buNone/>
              <a:defRPr sz="600"/>
            </a:lvl4pPr>
            <a:lvl5pPr marL="1218895" indent="0">
              <a:buNone/>
              <a:defRPr sz="600"/>
            </a:lvl5pPr>
            <a:lvl6pPr marL="1523619" indent="0">
              <a:buNone/>
              <a:defRPr sz="600"/>
            </a:lvl6pPr>
            <a:lvl7pPr marL="1828343" indent="0">
              <a:buNone/>
              <a:defRPr sz="600"/>
            </a:lvl7pPr>
            <a:lvl8pPr marL="2133067" indent="0">
              <a:buNone/>
              <a:defRPr sz="600"/>
            </a:lvl8pPr>
            <a:lvl9pPr marL="243779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44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8/4/2026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44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44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99085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547" y="3200400"/>
            <a:ext cx="3656648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547" y="408517"/>
            <a:ext cx="3656648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724" indent="0">
              <a:buNone/>
              <a:defRPr sz="1866"/>
            </a:lvl2pPr>
            <a:lvl3pPr marL="609448" indent="0">
              <a:buNone/>
              <a:defRPr sz="1600"/>
            </a:lvl3pPr>
            <a:lvl4pPr marL="914171" indent="0">
              <a:buNone/>
              <a:defRPr sz="1333"/>
            </a:lvl4pPr>
            <a:lvl5pPr marL="1218895" indent="0">
              <a:buNone/>
              <a:defRPr sz="1333"/>
            </a:lvl5pPr>
            <a:lvl6pPr marL="1523619" indent="0">
              <a:buNone/>
              <a:defRPr sz="1333"/>
            </a:lvl6pPr>
            <a:lvl7pPr marL="1828343" indent="0">
              <a:buNone/>
              <a:defRPr sz="1333"/>
            </a:lvl7pPr>
            <a:lvl8pPr marL="2133067" indent="0">
              <a:buNone/>
              <a:defRPr sz="1333"/>
            </a:lvl8pPr>
            <a:lvl9pPr marL="2437790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547" y="3578225"/>
            <a:ext cx="3656648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724" indent="0">
              <a:buNone/>
              <a:defRPr sz="800"/>
            </a:lvl2pPr>
            <a:lvl3pPr marL="609448" indent="0">
              <a:buNone/>
              <a:defRPr sz="667"/>
            </a:lvl3pPr>
            <a:lvl4pPr marL="914171" indent="0">
              <a:buNone/>
              <a:defRPr sz="600"/>
            </a:lvl4pPr>
            <a:lvl5pPr marL="1218895" indent="0">
              <a:buNone/>
              <a:defRPr sz="600"/>
            </a:lvl5pPr>
            <a:lvl6pPr marL="1523619" indent="0">
              <a:buNone/>
              <a:defRPr sz="600"/>
            </a:lvl6pPr>
            <a:lvl7pPr marL="1828343" indent="0">
              <a:buNone/>
              <a:defRPr sz="600"/>
            </a:lvl7pPr>
            <a:lvl8pPr marL="2133067" indent="0">
              <a:buNone/>
              <a:defRPr sz="600"/>
            </a:lvl8pPr>
            <a:lvl9pPr marL="243779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44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8/4/2026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44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44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95504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44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8/4/2026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44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44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03499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8449" y="183092"/>
            <a:ext cx="1371243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721" y="183092"/>
            <a:ext cx="4012155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0944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8/4/2026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0944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44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911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721" y="183092"/>
            <a:ext cx="5484971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721" y="1066800"/>
            <a:ext cx="5484971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720" y="4237567"/>
            <a:ext cx="142203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44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8/4/2026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258" y="4237567"/>
            <a:ext cx="1929897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44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7662" y="4237567"/>
            <a:ext cx="142203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44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508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txStyles>
    <p:titleStyle>
      <a:lvl1pPr algn="ctr" defTabSz="609448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3" indent="-228543" algn="l" defTabSz="609448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176" indent="-190452" algn="l" defTabSz="609448" rtl="0" eaLnBrk="1" latinLnBrk="0" hangingPunct="1">
        <a:spcBef>
          <a:spcPct val="20000"/>
        </a:spcBef>
        <a:buFont typeface="Arial" pitchFamily="34" charset="0"/>
        <a:buChar char="–"/>
        <a:defRPr sz="1866" kern="1200">
          <a:solidFill>
            <a:schemeClr val="tx1"/>
          </a:solidFill>
          <a:latin typeface="+mn-lt"/>
          <a:ea typeface="+mn-ea"/>
          <a:cs typeface="+mn-cs"/>
        </a:defRPr>
      </a:lvl2pPr>
      <a:lvl3pPr marL="761810" indent="-152362" algn="l" defTabSz="609448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533" indent="-152362" algn="l" defTabSz="609448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257" indent="-152362" algn="l" defTabSz="609448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5981" indent="-152362" algn="l" defTabSz="609448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0705" indent="-152362" algn="l" defTabSz="609448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5429" indent="-152362" algn="l" defTabSz="609448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152" indent="-152362" algn="l" defTabSz="609448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44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724" algn="l" defTabSz="60944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448" algn="l" defTabSz="60944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171" algn="l" defTabSz="60944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8895" algn="l" defTabSz="60944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3619" algn="l" defTabSz="60944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343" algn="l" defTabSz="60944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067" algn="l" defTabSz="60944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7790" algn="l" defTabSz="60944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721" y="183092"/>
            <a:ext cx="5484971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721" y="1066800"/>
            <a:ext cx="5484971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720" y="4237567"/>
            <a:ext cx="142203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44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8/4/2026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258" y="4237567"/>
            <a:ext cx="1929897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44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7662" y="4237567"/>
            <a:ext cx="142203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0944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44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5062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ctr" defTabSz="609448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3" indent="-228543" algn="l" defTabSz="609448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176" indent="-190452" algn="l" defTabSz="609448" rtl="0" eaLnBrk="1" latinLnBrk="0" hangingPunct="1">
        <a:spcBef>
          <a:spcPct val="20000"/>
        </a:spcBef>
        <a:buFont typeface="Arial" pitchFamily="34" charset="0"/>
        <a:buChar char="–"/>
        <a:defRPr sz="1866" kern="1200">
          <a:solidFill>
            <a:schemeClr val="tx1"/>
          </a:solidFill>
          <a:latin typeface="+mn-lt"/>
          <a:ea typeface="+mn-ea"/>
          <a:cs typeface="+mn-cs"/>
        </a:defRPr>
      </a:lvl2pPr>
      <a:lvl3pPr marL="761810" indent="-152362" algn="l" defTabSz="609448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533" indent="-152362" algn="l" defTabSz="609448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257" indent="-152362" algn="l" defTabSz="609448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5981" indent="-152362" algn="l" defTabSz="609448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0705" indent="-152362" algn="l" defTabSz="609448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5429" indent="-152362" algn="l" defTabSz="609448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152" indent="-152362" algn="l" defTabSz="609448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44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724" algn="l" defTabSz="60944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448" algn="l" defTabSz="60944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171" algn="l" defTabSz="60944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8895" algn="l" defTabSz="60944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3619" algn="l" defTabSz="60944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343" algn="l" defTabSz="60944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067" algn="l" defTabSz="60944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7790" algn="l" defTabSz="60944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653228A5-E6D7-7285-07A4-DA6FFC9C54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8000"/>
          </a:blip>
          <a:stretch>
            <a:fillRect/>
          </a:stretch>
        </p:blipFill>
        <p:spPr>
          <a:xfrm>
            <a:off x="5427374" y="-19053"/>
            <a:ext cx="6761451" cy="687616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0" y="-31566"/>
            <a:ext cx="5453233" cy="6901185"/>
            <a:chOff x="0" y="0"/>
            <a:chExt cx="2408296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44093">
                <a:alpha val="95294"/>
              </a:srgbClr>
            </a:solidFill>
          </p:spPr>
          <p:txBody>
            <a:bodyPr/>
            <a:lstStyle/>
            <a:p>
              <a:pPr defTabSz="609448"/>
              <a:endParaRPr lang="en-US" sz="12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58" tIns="33858" rIns="33858" bIns="33858" rtlCol="0" anchor="ctr"/>
            <a:lstStyle/>
            <a:p>
              <a:pPr algn="ctr" defTabSz="609448">
                <a:lnSpc>
                  <a:spcPts val="2146"/>
                </a:lnSpc>
              </a:pPr>
              <a:endParaRPr sz="1200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83946" y="1388584"/>
            <a:ext cx="5112529" cy="2088713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CẢI TẠO </a:t>
            </a:r>
            <a:r>
              <a:rPr lang="vi-V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NGUỒN ĐIỆN CẤP CHO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</a:t>
            </a:r>
            <a:r>
              <a:rPr lang="en-US" sz="3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 SERVER CACK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Picture 30" descr="A picture containing text, clock, gauge, device&#10;&#10;Description automatically generated">
            <a:extLst>
              <a:ext uri="{FF2B5EF4-FFF2-40B4-BE49-F238E27FC236}">
                <a16:creationId xmlns:a16="http://schemas.microsoft.com/office/drawing/2014/main" id="{177DCE35-423D-7E10-DE8D-21370981E3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73" y="51145"/>
            <a:ext cx="1397705" cy="48300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5CD8F86-D5A7-DC40-7CBC-5EDDCAE471CF}"/>
              </a:ext>
            </a:extLst>
          </p:cNvPr>
          <p:cNvSpPr txBox="1"/>
          <p:nvPr/>
        </p:nvSpPr>
        <p:spPr>
          <a:xfrm>
            <a:off x="411516" y="4509120"/>
            <a:ext cx="37444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</a:t>
            </a:r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vi-V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Vy Ngọc Phước</a:t>
            </a:r>
            <a:endParaRPr lang="vi-V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Đỗ Hữu Thi</a:t>
            </a:r>
            <a:endParaRPr lang="vi-V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654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925023" y="664166"/>
            <a:ext cx="8302351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448">
              <a:lnSpc>
                <a:spcPts val="4638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MỤC TIÊU</a:t>
            </a:r>
          </a:p>
        </p:txBody>
      </p:sp>
      <p:pic>
        <p:nvPicPr>
          <p:cNvPr id="37" name="Picture 3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9CFEF01-070A-BA75-81D5-9E7848C3FA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388" y="6244045"/>
            <a:ext cx="1216572" cy="425039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AB3E4042-0577-CE28-85A2-C539284F155E}"/>
              </a:ext>
            </a:extLst>
          </p:cNvPr>
          <p:cNvSpPr txBox="1"/>
          <p:nvPr/>
        </p:nvSpPr>
        <p:spPr>
          <a:xfrm>
            <a:off x="0" y="880085"/>
            <a:ext cx="2112114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448">
              <a:lnSpc>
                <a:spcPts val="2239"/>
              </a:lnSpc>
            </a:pPr>
            <a:r>
              <a:rPr lang="en-US" sz="3999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I</a:t>
            </a:r>
          </a:p>
        </p:txBody>
      </p:sp>
      <p:sp>
        <p:nvSpPr>
          <p:cNvPr id="49" name="Freeform 3">
            <a:extLst>
              <a:ext uri="{FF2B5EF4-FFF2-40B4-BE49-F238E27FC236}">
                <a16:creationId xmlns:a16="http://schemas.microsoft.com/office/drawing/2014/main" id="{A5E4B8AF-88D2-F081-6D15-33F6DB0829BB}"/>
              </a:ext>
            </a:extLst>
          </p:cNvPr>
          <p:cNvSpPr/>
          <p:nvPr/>
        </p:nvSpPr>
        <p:spPr>
          <a:xfrm>
            <a:off x="2" y="1589"/>
            <a:ext cx="12188822" cy="1384634"/>
          </a:xfrm>
          <a:custGeom>
            <a:avLst/>
            <a:gdLst/>
            <a:ahLst/>
            <a:cxnLst/>
            <a:rect l="l" t="t" r="r" b="b"/>
            <a:pathLst>
              <a:path w="4816592" h="894404">
                <a:moveTo>
                  <a:pt x="0" y="0"/>
                </a:moveTo>
                <a:lnTo>
                  <a:pt x="4816592" y="0"/>
                </a:lnTo>
                <a:lnTo>
                  <a:pt x="4816592" y="894404"/>
                </a:lnTo>
                <a:lnTo>
                  <a:pt x="0" y="894404"/>
                </a:lnTo>
                <a:close/>
              </a:path>
            </a:pathLst>
          </a:custGeom>
          <a:solidFill>
            <a:srgbClr val="234093"/>
          </a:solidFill>
          <a:ln>
            <a:solidFill>
              <a:srgbClr val="24409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Box 5">
            <a:extLst>
              <a:ext uri="{FF2B5EF4-FFF2-40B4-BE49-F238E27FC236}">
                <a16:creationId xmlns:a16="http://schemas.microsoft.com/office/drawing/2014/main" id="{6E54EA5A-BFB3-1AC1-B59F-397B8A60773B}"/>
              </a:ext>
            </a:extLst>
          </p:cNvPr>
          <p:cNvSpPr txBox="1"/>
          <p:nvPr/>
        </p:nvSpPr>
        <p:spPr>
          <a:xfrm>
            <a:off x="5688272" y="323078"/>
            <a:ext cx="2781010" cy="1230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448"/>
            <a:r>
              <a:rPr lang="en-US" sz="3999" b="1" dirty="0">
                <a:solidFill>
                  <a:prstClr val="white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NỘI DUNG</a:t>
            </a:r>
            <a:endParaRPr lang="vi-VN" sz="3999" b="1" dirty="0">
              <a:solidFill>
                <a:prstClr val="white"/>
              </a:solidFill>
              <a:latin typeface="Arial" panose="020B0604020202020204" pitchFamily="34" charset="0"/>
              <a:ea typeface="Segoe UI Black" panose="020B0A02040204020203" pitchFamily="34" charset="0"/>
              <a:cs typeface="Arial" panose="020B0604020202020204" pitchFamily="34" charset="0"/>
            </a:endParaRPr>
          </a:p>
          <a:p>
            <a:pPr defTabSz="609448"/>
            <a:endParaRPr lang="vi-VN" sz="3999" dirty="0">
              <a:solidFill>
                <a:prstClr val="white"/>
              </a:solidFill>
              <a:latin typeface="Arial" panose="020B0604020202020204" pitchFamily="34" charset="0"/>
              <a:ea typeface="Segoe UI Black" panose="020B0A02040204020203" pitchFamily="34" charset="0"/>
              <a:cs typeface="Arial" panose="020B0604020202020204" pitchFamily="34" charset="0"/>
            </a:endParaRPr>
          </a:p>
        </p:txBody>
      </p:sp>
      <p:sp>
        <p:nvSpPr>
          <p:cNvPr id="51" name="Freeform 7">
            <a:extLst>
              <a:ext uri="{FF2B5EF4-FFF2-40B4-BE49-F238E27FC236}">
                <a16:creationId xmlns:a16="http://schemas.microsoft.com/office/drawing/2014/main" id="{89B35A60-6CF3-3AE2-7681-15626E09BA20}"/>
              </a:ext>
            </a:extLst>
          </p:cNvPr>
          <p:cNvSpPr/>
          <p:nvPr/>
        </p:nvSpPr>
        <p:spPr>
          <a:xfrm>
            <a:off x="-1" y="-13414"/>
            <a:ext cx="2326957" cy="1405810"/>
          </a:xfrm>
          <a:custGeom>
            <a:avLst/>
            <a:gdLst>
              <a:gd name="connsiteX0" fmla="*/ 0 w 1435852"/>
              <a:gd name="connsiteY0" fmla="*/ 0 h 135828"/>
              <a:gd name="connsiteX1" fmla="*/ 1435852 w 1435852"/>
              <a:gd name="connsiteY1" fmla="*/ 2124 h 135828"/>
              <a:gd name="connsiteX2" fmla="*/ 940800 w 1435852"/>
              <a:gd name="connsiteY2" fmla="*/ 135828 h 135828"/>
              <a:gd name="connsiteX3" fmla="*/ 0 w 1435852"/>
              <a:gd name="connsiteY3" fmla="*/ 135828 h 135828"/>
              <a:gd name="connsiteX4" fmla="*/ 0 w 1435852"/>
              <a:gd name="connsiteY4" fmla="*/ 0 h 135828"/>
              <a:gd name="connsiteX0" fmla="*/ 0 w 1435852"/>
              <a:gd name="connsiteY0" fmla="*/ 1063 h 133704"/>
              <a:gd name="connsiteX1" fmla="*/ 1435852 w 1435852"/>
              <a:gd name="connsiteY1" fmla="*/ 0 h 133704"/>
              <a:gd name="connsiteX2" fmla="*/ 940800 w 1435852"/>
              <a:gd name="connsiteY2" fmla="*/ 133704 h 133704"/>
              <a:gd name="connsiteX3" fmla="*/ 0 w 1435852"/>
              <a:gd name="connsiteY3" fmla="*/ 133704 h 133704"/>
              <a:gd name="connsiteX4" fmla="*/ 0 w 1435852"/>
              <a:gd name="connsiteY4" fmla="*/ 1063 h 133704"/>
              <a:gd name="connsiteX0" fmla="*/ 18112 w 1435852"/>
              <a:gd name="connsiteY0" fmla="*/ 0 h 134766"/>
              <a:gd name="connsiteX1" fmla="*/ 1435852 w 1435852"/>
              <a:gd name="connsiteY1" fmla="*/ 1062 h 134766"/>
              <a:gd name="connsiteX2" fmla="*/ 940800 w 1435852"/>
              <a:gd name="connsiteY2" fmla="*/ 134766 h 134766"/>
              <a:gd name="connsiteX3" fmla="*/ 0 w 1435852"/>
              <a:gd name="connsiteY3" fmla="*/ 134766 h 134766"/>
              <a:gd name="connsiteX4" fmla="*/ 18112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940800 w 1435852"/>
              <a:gd name="connsiteY2" fmla="*/ 134766 h 134766"/>
              <a:gd name="connsiteX3" fmla="*/ 0 w 1435852"/>
              <a:gd name="connsiteY3" fmla="*/ 134766 h 134766"/>
              <a:gd name="connsiteX4" fmla="*/ 0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1224549 w 1435852"/>
              <a:gd name="connsiteY2" fmla="*/ 134766 h 134766"/>
              <a:gd name="connsiteX3" fmla="*/ 0 w 1435852"/>
              <a:gd name="connsiteY3" fmla="*/ 134766 h 134766"/>
              <a:gd name="connsiteX4" fmla="*/ 0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1109842 w 1435852"/>
              <a:gd name="connsiteY2" fmla="*/ 133704 h 134766"/>
              <a:gd name="connsiteX3" fmla="*/ 0 w 1435852"/>
              <a:gd name="connsiteY3" fmla="*/ 134766 h 134766"/>
              <a:gd name="connsiteX4" fmla="*/ 0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1267815 w 1435852"/>
              <a:gd name="connsiteY2" fmla="*/ 65106 h 134766"/>
              <a:gd name="connsiteX3" fmla="*/ 1109842 w 1435852"/>
              <a:gd name="connsiteY3" fmla="*/ 133704 h 134766"/>
              <a:gd name="connsiteX4" fmla="*/ 0 w 1435852"/>
              <a:gd name="connsiteY4" fmla="*/ 134766 h 134766"/>
              <a:gd name="connsiteX5" fmla="*/ 0 w 1435852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3187 h 134766"/>
              <a:gd name="connsiteX2" fmla="*/ 1267815 w 1267815"/>
              <a:gd name="connsiteY2" fmla="*/ 65106 h 134766"/>
              <a:gd name="connsiteX3" fmla="*/ 1109842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109842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7953"/>
              <a:gd name="connsiteX1" fmla="*/ 1049470 w 1267815"/>
              <a:gd name="connsiteY1" fmla="*/ 0 h 137953"/>
              <a:gd name="connsiteX2" fmla="*/ 1267815 w 1267815"/>
              <a:gd name="connsiteY2" fmla="*/ 65106 h 137953"/>
              <a:gd name="connsiteX3" fmla="*/ 1043433 w 1267815"/>
              <a:gd name="connsiteY3" fmla="*/ 137953 h 137953"/>
              <a:gd name="connsiteX4" fmla="*/ 0 w 1267815"/>
              <a:gd name="connsiteY4" fmla="*/ 134766 h 137953"/>
              <a:gd name="connsiteX5" fmla="*/ 0 w 1267815"/>
              <a:gd name="connsiteY5" fmla="*/ 0 h 137953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049471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049471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049471 w 1267815"/>
              <a:gd name="connsiteY3" fmla="*/ 134766 h 134766"/>
              <a:gd name="connsiteX4" fmla="*/ 0 w 1267815"/>
              <a:gd name="connsiteY4" fmla="*/ 134766 h 134766"/>
              <a:gd name="connsiteX5" fmla="*/ 0 w 1267815"/>
              <a:gd name="connsiteY5" fmla="*/ 0 h 134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7815" h="134766">
                <a:moveTo>
                  <a:pt x="0" y="0"/>
                </a:moveTo>
                <a:lnTo>
                  <a:pt x="1049470" y="0"/>
                </a:lnTo>
                <a:lnTo>
                  <a:pt x="1267815" y="65106"/>
                </a:lnTo>
                <a:lnTo>
                  <a:pt x="1049471" y="134766"/>
                </a:lnTo>
                <a:lnTo>
                  <a:pt x="0" y="134766"/>
                </a:lnTo>
                <a:lnTo>
                  <a:pt x="0" y="0"/>
                </a:lnTo>
                <a:close/>
              </a:path>
            </a:pathLst>
          </a:custGeom>
          <a:solidFill>
            <a:srgbClr val="42C1C7"/>
          </a:solidFill>
        </p:spPr>
        <p:txBody>
          <a:bodyPr anchor="ctr"/>
          <a:lstStyle/>
          <a:p>
            <a:pPr algn="ctr" defTabSz="609448"/>
            <a:endParaRPr lang="en-US" sz="3199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9A62736-4F46-63DB-2CA8-20039238E931}"/>
              </a:ext>
            </a:extLst>
          </p:cNvPr>
          <p:cNvGrpSpPr/>
          <p:nvPr/>
        </p:nvGrpSpPr>
        <p:grpSpPr>
          <a:xfrm>
            <a:off x="1910358" y="2060848"/>
            <a:ext cx="7981312" cy="445417"/>
            <a:chOff x="1910358" y="1721632"/>
            <a:chExt cx="7981312" cy="445417"/>
          </a:xfrm>
        </p:grpSpPr>
        <p:grpSp>
          <p:nvGrpSpPr>
            <p:cNvPr id="30" name="Group 24">
              <a:extLst>
                <a:ext uri="{FF2B5EF4-FFF2-40B4-BE49-F238E27FC236}">
                  <a16:creationId xmlns:a16="http://schemas.microsoft.com/office/drawing/2014/main" id="{AE9BFE02-35B6-4A21-442B-9931AEA7CB91}"/>
                </a:ext>
              </a:extLst>
            </p:cNvPr>
            <p:cNvGrpSpPr/>
            <p:nvPr/>
          </p:nvGrpSpPr>
          <p:grpSpPr>
            <a:xfrm>
              <a:off x="1910358" y="1721632"/>
              <a:ext cx="551849" cy="445417"/>
              <a:chOff x="-3474133" y="-598257"/>
              <a:chExt cx="340256" cy="325909"/>
            </a:xfrm>
            <a:solidFill>
              <a:srgbClr val="234093"/>
            </a:solidFill>
          </p:grpSpPr>
          <p:sp>
            <p:nvSpPr>
              <p:cNvPr id="31" name="Freeform 25">
                <a:extLst>
                  <a:ext uri="{FF2B5EF4-FFF2-40B4-BE49-F238E27FC236}">
                    <a16:creationId xmlns:a16="http://schemas.microsoft.com/office/drawing/2014/main" id="{FE52193F-63DB-4543-4085-61EA96733547}"/>
                  </a:ext>
                </a:extLst>
              </p:cNvPr>
              <p:cNvSpPr/>
              <p:nvPr/>
            </p:nvSpPr>
            <p:spPr>
              <a:xfrm>
                <a:off x="-3432244" y="-557799"/>
                <a:ext cx="298367" cy="28545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45582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45582"/>
                    </a:lnTo>
                    <a:lnTo>
                      <a:pt x="0" y="145582"/>
                    </a:ln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26">
                <a:extLst>
                  <a:ext uri="{FF2B5EF4-FFF2-40B4-BE49-F238E27FC236}">
                    <a16:creationId xmlns:a16="http://schemas.microsoft.com/office/drawing/2014/main" id="{0AFB3E85-5E12-E904-C0CD-EEE10486631E}"/>
                  </a:ext>
                </a:extLst>
              </p:cNvPr>
              <p:cNvSpPr txBox="1"/>
              <p:nvPr/>
            </p:nvSpPr>
            <p:spPr>
              <a:xfrm>
                <a:off x="-3474133" y="-598257"/>
                <a:ext cx="301037" cy="285451"/>
              </a:xfrm>
              <a:prstGeom prst="rect">
                <a:avLst/>
              </a:prstGeom>
              <a:solidFill>
                <a:srgbClr val="42C1C7"/>
              </a:solidFill>
            </p:spPr>
            <p:txBody>
              <a:bodyPr lIns="33858" tIns="33858" rIns="33858" bIns="33858" rtlCol="0" anchor="ctr"/>
              <a:lstStyle/>
              <a:p>
                <a:pPr algn="ctr" defTabSz="609448">
                  <a:lnSpc>
                    <a:spcPts val="2239"/>
                  </a:lnSpc>
                  <a:spcBef>
                    <a:spcPct val="0"/>
                  </a:spcBef>
                </a:pPr>
                <a:r>
                  <a:rPr lang="en-US" sz="2133" b="1" dirty="0"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</p:grpSp>
        <p:sp>
          <p:nvSpPr>
            <p:cNvPr id="25" name="TextBox 28"/>
            <p:cNvSpPr txBox="1"/>
            <p:nvPr/>
          </p:nvSpPr>
          <p:spPr>
            <a:xfrm>
              <a:off x="2683897" y="1747275"/>
              <a:ext cx="7207773" cy="3693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b="1" dirty="0" err="1">
                  <a:solidFill>
                    <a:srgbClr val="234093"/>
                  </a:solidFill>
                  <a:latin typeface="Times New Roman" panose="02020603050405020304" pitchFamily="18" charset="0"/>
                  <a:ea typeface="Segoe UI Black" panose="020B0A02040204020203" pitchFamily="34" charset="0"/>
                  <a:cs typeface="Times New Roman" panose="02020603050405020304" pitchFamily="18" charset="0"/>
                </a:rPr>
                <a:t>Hiện</a:t>
              </a:r>
              <a:r>
                <a:rPr lang="en-US" b="1" dirty="0">
                  <a:solidFill>
                    <a:srgbClr val="234093"/>
                  </a:solidFill>
                  <a:latin typeface="Times New Roman" panose="02020603050405020304" pitchFamily="18" charset="0"/>
                  <a:ea typeface="Segoe UI Black" panose="020B0A02040204020203" pitchFamily="34" charset="0"/>
                  <a:cs typeface="Times New Roman" panose="02020603050405020304" pitchFamily="18" charset="0"/>
                </a:rPr>
                <a:t> </a:t>
              </a:r>
              <a:r>
                <a:rPr lang="en-US" b="1" dirty="0" err="1">
                  <a:solidFill>
                    <a:srgbClr val="234093"/>
                  </a:solidFill>
                  <a:latin typeface="Times New Roman" panose="02020603050405020304" pitchFamily="18" charset="0"/>
                  <a:ea typeface="Segoe UI Black" panose="020B0A02040204020203" pitchFamily="34" charset="0"/>
                  <a:cs typeface="Times New Roman" panose="02020603050405020304" pitchFamily="18" charset="0"/>
                </a:rPr>
                <a:t>trạng</a:t>
              </a:r>
              <a:r>
                <a:rPr lang="en-US" b="1" dirty="0">
                  <a:solidFill>
                    <a:srgbClr val="234093"/>
                  </a:solidFill>
                  <a:latin typeface="Times New Roman" panose="02020603050405020304" pitchFamily="18" charset="0"/>
                  <a:ea typeface="Segoe UI Black" panose="020B0A02040204020203" pitchFamily="34" charset="0"/>
                  <a:cs typeface="Times New Roman" panose="02020603050405020304" pitchFamily="18" charset="0"/>
                </a:rPr>
                <a:t> </a:t>
              </a:r>
              <a:r>
                <a:rPr lang="en-US" b="1" dirty="0" err="1">
                  <a:solidFill>
                    <a:srgbClr val="234093"/>
                  </a:solidFill>
                  <a:latin typeface="Times New Roman" panose="02020603050405020304" pitchFamily="18" charset="0"/>
                  <a:ea typeface="Segoe UI Black" panose="020B0A02040204020203" pitchFamily="34" charset="0"/>
                  <a:cs typeface="Times New Roman" panose="02020603050405020304" pitchFamily="18" charset="0"/>
                </a:rPr>
                <a:t>vận</a:t>
              </a:r>
              <a:r>
                <a:rPr lang="en-US" b="1" dirty="0">
                  <a:solidFill>
                    <a:srgbClr val="234093"/>
                  </a:solidFill>
                  <a:latin typeface="Times New Roman" panose="02020603050405020304" pitchFamily="18" charset="0"/>
                  <a:ea typeface="Segoe UI Black" panose="020B0A02040204020203" pitchFamily="34" charset="0"/>
                  <a:cs typeface="Times New Roman" panose="02020603050405020304" pitchFamily="18" charset="0"/>
                </a:rPr>
                <a:t> </a:t>
              </a:r>
              <a:r>
                <a:rPr lang="en-US" b="1" dirty="0" err="1">
                  <a:solidFill>
                    <a:srgbClr val="234093"/>
                  </a:solidFill>
                  <a:latin typeface="Times New Roman" panose="02020603050405020304" pitchFamily="18" charset="0"/>
                  <a:ea typeface="Segoe UI Black" panose="020B0A02040204020203" pitchFamily="34" charset="0"/>
                  <a:cs typeface="Times New Roman" panose="02020603050405020304" pitchFamily="18" charset="0"/>
                </a:rPr>
                <a:t>hành</a:t>
              </a:r>
              <a:r>
                <a:rPr lang="en-US" b="1" dirty="0">
                  <a:solidFill>
                    <a:srgbClr val="234093"/>
                  </a:solidFill>
                  <a:latin typeface="Times New Roman" panose="02020603050405020304" pitchFamily="18" charset="0"/>
                  <a:ea typeface="Segoe UI Black" panose="020B0A02040204020203" pitchFamily="34" charset="0"/>
                  <a:cs typeface="Times New Roman" panose="02020603050405020304" pitchFamily="18" charset="0"/>
                </a:rPr>
                <a:t> </a:t>
              </a:r>
              <a:r>
                <a:rPr lang="vi-VN" b="1" dirty="0">
                  <a:solidFill>
                    <a:srgbClr val="234093"/>
                  </a:solidFill>
                  <a:latin typeface="Times New Roman" panose="02020603050405020304" pitchFamily="18" charset="0"/>
                  <a:ea typeface="Segoe UI Black" panose="020B0A02040204020203" pitchFamily="34" charset="0"/>
                  <a:cs typeface="Times New Roman" panose="02020603050405020304" pitchFamily="18" charset="0"/>
                </a:rPr>
                <a:t>của hệ thống h</a:t>
              </a:r>
              <a:r>
                <a:rPr lang="en-US" b="1" dirty="0" err="1">
                  <a:solidFill>
                    <a:srgbClr val="234093"/>
                  </a:solidFill>
                  <a:latin typeface="Times New Roman" panose="02020603050405020304" pitchFamily="18" charset="0"/>
                  <a:ea typeface="Segoe UI Black" panose="020B0A02040204020203" pitchFamily="34" charset="0"/>
                  <a:cs typeface="Times New Roman" panose="02020603050405020304" pitchFamily="18" charset="0"/>
                </a:rPr>
                <a:t>iện</a:t>
              </a:r>
              <a:r>
                <a:rPr lang="en-US" b="1" dirty="0">
                  <a:solidFill>
                    <a:srgbClr val="234093"/>
                  </a:solidFill>
                  <a:latin typeface="Times New Roman" panose="02020603050405020304" pitchFamily="18" charset="0"/>
                  <a:ea typeface="Segoe UI Black" panose="020B0A02040204020203" pitchFamily="34" charset="0"/>
                  <a:cs typeface="Times New Roman" panose="02020603050405020304" pitchFamily="18" charset="0"/>
                </a:rPr>
                <a:t> </a:t>
              </a:r>
              <a:r>
                <a:rPr lang="en-US" b="1" dirty="0" err="1">
                  <a:solidFill>
                    <a:srgbClr val="234093"/>
                  </a:solidFill>
                  <a:latin typeface="Times New Roman" panose="02020603050405020304" pitchFamily="18" charset="0"/>
                  <a:ea typeface="Segoe UI Black" panose="020B0A02040204020203" pitchFamily="34" charset="0"/>
                  <a:cs typeface="Times New Roman" panose="02020603050405020304" pitchFamily="18" charset="0"/>
                </a:rPr>
                <a:t>tại</a:t>
              </a:r>
              <a:r>
                <a:rPr lang="en-US" b="1" dirty="0">
                  <a:solidFill>
                    <a:srgbClr val="234093"/>
                  </a:solidFill>
                  <a:latin typeface="Times New Roman" panose="02020603050405020304" pitchFamily="18" charset="0"/>
                  <a:ea typeface="Segoe UI Black" panose="020B0A02040204020203" pitchFamily="34" charset="0"/>
                  <a:cs typeface="Times New Roman" panose="02020603050405020304" pitchFamily="18" charset="0"/>
                </a:rPr>
                <a:t>. 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4B7B07E-411C-043C-A917-DA9C49B4BE42}"/>
              </a:ext>
            </a:extLst>
          </p:cNvPr>
          <p:cNvGrpSpPr/>
          <p:nvPr/>
        </p:nvGrpSpPr>
        <p:grpSpPr>
          <a:xfrm>
            <a:off x="1925023" y="2985394"/>
            <a:ext cx="9485333" cy="445417"/>
            <a:chOff x="1910358" y="2385833"/>
            <a:chExt cx="9485333" cy="445417"/>
          </a:xfrm>
        </p:grpSpPr>
        <p:sp>
          <p:nvSpPr>
            <p:cNvPr id="26" name="TextBox 28"/>
            <p:cNvSpPr txBox="1"/>
            <p:nvPr/>
          </p:nvSpPr>
          <p:spPr>
            <a:xfrm>
              <a:off x="2683897" y="2403755"/>
              <a:ext cx="8711794" cy="3693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vi-VN" b="1" dirty="0">
                  <a:solidFill>
                    <a:srgbClr val="234093"/>
                  </a:solidFill>
                  <a:latin typeface="Times New Roman" panose="02020603050405020304" pitchFamily="18" charset="0"/>
                  <a:ea typeface="Segoe UI Black" panose="020B0A02040204020203" pitchFamily="34" charset="0"/>
                  <a:cs typeface="Times New Roman" panose="02020603050405020304" pitchFamily="18" charset="0"/>
                </a:rPr>
                <a:t>Phương án cải tạo</a:t>
              </a:r>
              <a:r>
                <a:rPr lang="en-US" b="1" dirty="0">
                  <a:solidFill>
                    <a:srgbClr val="234093"/>
                  </a:solidFill>
                  <a:latin typeface="Times New Roman" panose="02020603050405020304" pitchFamily="18" charset="0"/>
                  <a:ea typeface="Segoe UI Black" panose="020B0A02040204020203" pitchFamily="34" charset="0"/>
                  <a:cs typeface="Times New Roman" panose="02020603050405020304" pitchFamily="18" charset="0"/>
                </a:rPr>
                <a:t>.</a:t>
              </a:r>
            </a:p>
          </p:txBody>
        </p:sp>
        <p:grpSp>
          <p:nvGrpSpPr>
            <p:cNvPr id="33" name="Group 24">
              <a:extLst>
                <a:ext uri="{FF2B5EF4-FFF2-40B4-BE49-F238E27FC236}">
                  <a16:creationId xmlns:a16="http://schemas.microsoft.com/office/drawing/2014/main" id="{AE9BFE02-35B6-4A21-442B-9931AEA7CB91}"/>
                </a:ext>
              </a:extLst>
            </p:cNvPr>
            <p:cNvGrpSpPr/>
            <p:nvPr/>
          </p:nvGrpSpPr>
          <p:grpSpPr>
            <a:xfrm>
              <a:off x="1910358" y="2385833"/>
              <a:ext cx="551849" cy="445417"/>
              <a:chOff x="-3474133" y="-598257"/>
              <a:chExt cx="340256" cy="325909"/>
            </a:xfrm>
            <a:solidFill>
              <a:srgbClr val="234093"/>
            </a:solidFill>
          </p:grpSpPr>
          <p:sp>
            <p:nvSpPr>
              <p:cNvPr id="35" name="Freeform 25">
                <a:extLst>
                  <a:ext uri="{FF2B5EF4-FFF2-40B4-BE49-F238E27FC236}">
                    <a16:creationId xmlns:a16="http://schemas.microsoft.com/office/drawing/2014/main" id="{FE52193F-63DB-4543-4085-61EA96733547}"/>
                  </a:ext>
                </a:extLst>
              </p:cNvPr>
              <p:cNvSpPr/>
              <p:nvPr/>
            </p:nvSpPr>
            <p:spPr>
              <a:xfrm>
                <a:off x="-3432244" y="-557799"/>
                <a:ext cx="298367" cy="28545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45582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45582"/>
                    </a:lnTo>
                    <a:lnTo>
                      <a:pt x="0" y="145582"/>
                    </a:ln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26">
                <a:extLst>
                  <a:ext uri="{FF2B5EF4-FFF2-40B4-BE49-F238E27FC236}">
                    <a16:creationId xmlns:a16="http://schemas.microsoft.com/office/drawing/2014/main" id="{0AFB3E85-5E12-E904-C0CD-EEE10486631E}"/>
                  </a:ext>
                </a:extLst>
              </p:cNvPr>
              <p:cNvSpPr txBox="1"/>
              <p:nvPr/>
            </p:nvSpPr>
            <p:spPr>
              <a:xfrm>
                <a:off x="-3474133" y="-598257"/>
                <a:ext cx="301037" cy="285451"/>
              </a:xfrm>
              <a:prstGeom prst="rect">
                <a:avLst/>
              </a:prstGeom>
              <a:solidFill>
                <a:srgbClr val="42C1C7"/>
              </a:solidFill>
            </p:spPr>
            <p:txBody>
              <a:bodyPr lIns="33858" tIns="33858" rIns="33858" bIns="33858" rtlCol="0" anchor="ctr"/>
              <a:lstStyle/>
              <a:p>
                <a:pPr algn="ctr" defTabSz="609448">
                  <a:lnSpc>
                    <a:spcPts val="2239"/>
                  </a:lnSpc>
                  <a:spcBef>
                    <a:spcPct val="0"/>
                  </a:spcBef>
                </a:pPr>
                <a:r>
                  <a:rPr lang="en-US" sz="2133" b="1" dirty="0"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52FBD6F-EEDC-74DD-5C01-903CC03DDA5E}"/>
              </a:ext>
            </a:extLst>
          </p:cNvPr>
          <p:cNvGrpSpPr/>
          <p:nvPr/>
        </p:nvGrpSpPr>
        <p:grpSpPr>
          <a:xfrm>
            <a:off x="1910362" y="3907071"/>
            <a:ext cx="6704329" cy="456420"/>
            <a:chOff x="1910362" y="3038976"/>
            <a:chExt cx="4901760" cy="456420"/>
          </a:xfrm>
        </p:grpSpPr>
        <p:sp>
          <p:nvSpPr>
            <p:cNvPr id="27" name="TextBox 28"/>
            <p:cNvSpPr txBox="1"/>
            <p:nvPr/>
          </p:nvSpPr>
          <p:spPr>
            <a:xfrm>
              <a:off x="2556676" y="3038976"/>
              <a:ext cx="4255446" cy="3693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vi-VN" b="1" dirty="0">
                  <a:solidFill>
                    <a:srgbClr val="23409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Nguyên lý hoạt động</a:t>
              </a:r>
              <a:r>
                <a:rPr lang="en-US" b="1" dirty="0">
                  <a:solidFill>
                    <a:srgbClr val="23409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sz="2000" b="1" dirty="0">
                <a:solidFill>
                  <a:srgbClr val="234093"/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0" name="Group 24">
              <a:extLst>
                <a:ext uri="{FF2B5EF4-FFF2-40B4-BE49-F238E27FC236}">
                  <a16:creationId xmlns:a16="http://schemas.microsoft.com/office/drawing/2014/main" id="{AE9BFE02-35B6-4A21-442B-9931AEA7CB91}"/>
                </a:ext>
              </a:extLst>
            </p:cNvPr>
            <p:cNvGrpSpPr/>
            <p:nvPr/>
          </p:nvGrpSpPr>
          <p:grpSpPr>
            <a:xfrm>
              <a:off x="1910362" y="3049979"/>
              <a:ext cx="423123" cy="445417"/>
              <a:chOff x="-3474133" y="-598257"/>
              <a:chExt cx="260887" cy="325909"/>
            </a:xfrm>
            <a:solidFill>
              <a:srgbClr val="234093"/>
            </a:solidFill>
          </p:grpSpPr>
          <p:sp>
            <p:nvSpPr>
              <p:cNvPr id="42" name="Freeform 25">
                <a:extLst>
                  <a:ext uri="{FF2B5EF4-FFF2-40B4-BE49-F238E27FC236}">
                    <a16:creationId xmlns:a16="http://schemas.microsoft.com/office/drawing/2014/main" id="{FE52193F-63DB-4543-4085-61EA96733547}"/>
                  </a:ext>
                </a:extLst>
              </p:cNvPr>
              <p:cNvSpPr/>
              <p:nvPr/>
            </p:nvSpPr>
            <p:spPr>
              <a:xfrm>
                <a:off x="-3432244" y="-557799"/>
                <a:ext cx="218998" cy="28545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45582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45582"/>
                    </a:lnTo>
                    <a:lnTo>
                      <a:pt x="0" y="145582"/>
                    </a:ln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TextBox 26">
                <a:extLst>
                  <a:ext uri="{FF2B5EF4-FFF2-40B4-BE49-F238E27FC236}">
                    <a16:creationId xmlns:a16="http://schemas.microsoft.com/office/drawing/2014/main" id="{0AFB3E85-5E12-E904-C0CD-EEE10486631E}"/>
                  </a:ext>
                </a:extLst>
              </p:cNvPr>
              <p:cNvSpPr txBox="1"/>
              <p:nvPr/>
            </p:nvSpPr>
            <p:spPr>
              <a:xfrm>
                <a:off x="-3474133" y="-598257"/>
                <a:ext cx="237750" cy="285451"/>
              </a:xfrm>
              <a:prstGeom prst="rect">
                <a:avLst/>
              </a:prstGeom>
              <a:solidFill>
                <a:srgbClr val="42C1C7"/>
              </a:solidFill>
            </p:spPr>
            <p:txBody>
              <a:bodyPr lIns="33858" tIns="33858" rIns="33858" bIns="33858" rtlCol="0" anchor="ctr"/>
              <a:lstStyle/>
              <a:p>
                <a:pPr algn="ctr" defTabSz="609448">
                  <a:lnSpc>
                    <a:spcPts val="2239"/>
                  </a:lnSpc>
                  <a:spcBef>
                    <a:spcPct val="0"/>
                  </a:spcBef>
                </a:pPr>
                <a:r>
                  <a:rPr lang="en-US" sz="2133" b="1" dirty="0"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</p:grp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7C13B13A-7390-144F-19BA-8E93AC8D6B0A}"/>
              </a:ext>
            </a:extLst>
          </p:cNvPr>
          <p:cNvSpPr txBox="1"/>
          <p:nvPr/>
        </p:nvSpPr>
        <p:spPr>
          <a:xfrm>
            <a:off x="22857" y="390088"/>
            <a:ext cx="2671269" cy="584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448"/>
            <a:r>
              <a:rPr lang="en-US" sz="3199" b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MỤC LỤC</a:t>
            </a:r>
            <a:endParaRPr lang="en-US" sz="3199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52FBD6F-EEDC-74DD-5C01-903CC03DDA5E}"/>
              </a:ext>
            </a:extLst>
          </p:cNvPr>
          <p:cNvGrpSpPr/>
          <p:nvPr/>
        </p:nvGrpSpPr>
        <p:grpSpPr>
          <a:xfrm>
            <a:off x="1910358" y="4837926"/>
            <a:ext cx="5480198" cy="452246"/>
            <a:chOff x="1910358" y="3043150"/>
            <a:chExt cx="5028985" cy="452246"/>
          </a:xfrm>
        </p:grpSpPr>
        <p:sp>
          <p:nvSpPr>
            <p:cNvPr id="28" name="TextBox 28"/>
            <p:cNvSpPr txBox="1"/>
            <p:nvPr/>
          </p:nvSpPr>
          <p:spPr>
            <a:xfrm>
              <a:off x="2683897" y="3043150"/>
              <a:ext cx="4255446" cy="3693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b="1" dirty="0" err="1">
                  <a:solidFill>
                    <a:srgbClr val="23409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Những</a:t>
              </a:r>
              <a:r>
                <a:rPr lang="en-US" b="1" dirty="0">
                  <a:solidFill>
                    <a:srgbClr val="23409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1" dirty="0" err="1">
                  <a:solidFill>
                    <a:srgbClr val="23409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ưu</a:t>
              </a:r>
              <a:r>
                <a:rPr lang="en-US" b="1" dirty="0">
                  <a:solidFill>
                    <a:srgbClr val="23409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1" dirty="0" err="1">
                  <a:solidFill>
                    <a:srgbClr val="23409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điểm</a:t>
              </a:r>
              <a:r>
                <a:rPr lang="en-US" b="1" dirty="0">
                  <a:solidFill>
                    <a:srgbClr val="23409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1" dirty="0" err="1">
                  <a:solidFill>
                    <a:srgbClr val="23409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hệ</a:t>
              </a:r>
              <a:r>
                <a:rPr lang="en-US" b="1" dirty="0">
                  <a:solidFill>
                    <a:srgbClr val="23409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1" dirty="0" err="1">
                  <a:solidFill>
                    <a:srgbClr val="23409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thống</a:t>
              </a:r>
              <a:r>
                <a:rPr lang="en-US" b="1" dirty="0">
                  <a:solidFill>
                    <a:srgbClr val="23409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1" dirty="0" err="1">
                  <a:solidFill>
                    <a:srgbClr val="23409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mang</a:t>
              </a:r>
              <a:r>
                <a:rPr lang="en-US" b="1" dirty="0">
                  <a:solidFill>
                    <a:srgbClr val="23409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1" dirty="0" err="1">
                  <a:solidFill>
                    <a:srgbClr val="23409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lại</a:t>
              </a:r>
              <a:r>
                <a:rPr lang="en-US" b="1" dirty="0">
                  <a:solidFill>
                    <a:srgbClr val="23409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sz="2000" b="1" dirty="0">
                <a:solidFill>
                  <a:srgbClr val="234093"/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9" name="Group 24">
              <a:extLst>
                <a:ext uri="{FF2B5EF4-FFF2-40B4-BE49-F238E27FC236}">
                  <a16:creationId xmlns:a16="http://schemas.microsoft.com/office/drawing/2014/main" id="{AE9BFE02-35B6-4A21-442B-9931AEA7CB91}"/>
                </a:ext>
              </a:extLst>
            </p:cNvPr>
            <p:cNvGrpSpPr/>
            <p:nvPr/>
          </p:nvGrpSpPr>
          <p:grpSpPr>
            <a:xfrm>
              <a:off x="1910358" y="3049979"/>
              <a:ext cx="551849" cy="445417"/>
              <a:chOff x="-3474133" y="-598257"/>
              <a:chExt cx="340256" cy="325909"/>
            </a:xfrm>
            <a:solidFill>
              <a:srgbClr val="234093"/>
            </a:solidFill>
          </p:grpSpPr>
          <p:sp>
            <p:nvSpPr>
              <p:cNvPr id="34" name="Freeform 25">
                <a:extLst>
                  <a:ext uri="{FF2B5EF4-FFF2-40B4-BE49-F238E27FC236}">
                    <a16:creationId xmlns:a16="http://schemas.microsoft.com/office/drawing/2014/main" id="{FE52193F-63DB-4543-4085-61EA96733547}"/>
                  </a:ext>
                </a:extLst>
              </p:cNvPr>
              <p:cNvSpPr/>
              <p:nvPr/>
            </p:nvSpPr>
            <p:spPr>
              <a:xfrm>
                <a:off x="-3432244" y="-557799"/>
                <a:ext cx="298367" cy="28545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45582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45582"/>
                    </a:lnTo>
                    <a:lnTo>
                      <a:pt x="0" y="145582"/>
                    </a:ln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Box 26">
                <a:extLst>
                  <a:ext uri="{FF2B5EF4-FFF2-40B4-BE49-F238E27FC236}">
                    <a16:creationId xmlns:a16="http://schemas.microsoft.com/office/drawing/2014/main" id="{0AFB3E85-5E12-E904-C0CD-EEE10486631E}"/>
                  </a:ext>
                </a:extLst>
              </p:cNvPr>
              <p:cNvSpPr txBox="1"/>
              <p:nvPr/>
            </p:nvSpPr>
            <p:spPr>
              <a:xfrm>
                <a:off x="-3474133" y="-598257"/>
                <a:ext cx="301037" cy="285451"/>
              </a:xfrm>
              <a:prstGeom prst="rect">
                <a:avLst/>
              </a:prstGeom>
              <a:solidFill>
                <a:srgbClr val="42C1C7"/>
              </a:solidFill>
            </p:spPr>
            <p:txBody>
              <a:bodyPr lIns="33858" tIns="33858" rIns="33858" bIns="33858" rtlCol="0" anchor="ctr"/>
              <a:lstStyle/>
              <a:p>
                <a:pPr algn="ctr" defTabSz="609448">
                  <a:lnSpc>
                    <a:spcPts val="2239"/>
                  </a:lnSpc>
                  <a:spcBef>
                    <a:spcPct val="0"/>
                  </a:spcBef>
                </a:pPr>
                <a:r>
                  <a:rPr lang="en-US" sz="2133" b="1" dirty="0"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52FBD6F-EEDC-74DD-5C01-903CC03DDA5E}"/>
              </a:ext>
            </a:extLst>
          </p:cNvPr>
          <p:cNvGrpSpPr/>
          <p:nvPr/>
        </p:nvGrpSpPr>
        <p:grpSpPr>
          <a:xfrm>
            <a:off x="1910358" y="5770973"/>
            <a:ext cx="5480198" cy="452246"/>
            <a:chOff x="1910358" y="3043150"/>
            <a:chExt cx="5028985" cy="452246"/>
          </a:xfrm>
        </p:grpSpPr>
        <p:sp>
          <p:nvSpPr>
            <p:cNvPr id="57" name="TextBox 28"/>
            <p:cNvSpPr txBox="1"/>
            <p:nvPr/>
          </p:nvSpPr>
          <p:spPr>
            <a:xfrm>
              <a:off x="2683897" y="3043150"/>
              <a:ext cx="4255446" cy="3693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b="1" dirty="0" err="1">
                  <a:solidFill>
                    <a:srgbClr val="23409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Câu</a:t>
              </a:r>
              <a:r>
                <a:rPr lang="en-US" b="1" dirty="0">
                  <a:solidFill>
                    <a:srgbClr val="23409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1" dirty="0" err="1">
                  <a:solidFill>
                    <a:srgbClr val="23409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hỏi</a:t>
              </a:r>
              <a:r>
                <a:rPr lang="en-US" b="1" dirty="0">
                  <a:solidFill>
                    <a:srgbClr val="23409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1" dirty="0" err="1">
                  <a:solidFill>
                    <a:srgbClr val="23409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en-US" b="1" dirty="0">
                  <a:solidFill>
                    <a:srgbClr val="23409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1" dirty="0" err="1">
                  <a:solidFill>
                    <a:srgbClr val="23409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thảo</a:t>
              </a:r>
              <a:r>
                <a:rPr lang="en-US" b="1" dirty="0">
                  <a:solidFill>
                    <a:srgbClr val="23409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1" dirty="0" err="1">
                  <a:solidFill>
                    <a:srgbClr val="23409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luận</a:t>
              </a:r>
              <a:r>
                <a:rPr lang="en-US" b="1" dirty="0">
                  <a:solidFill>
                    <a:srgbClr val="23409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sz="2000" b="1" dirty="0">
                <a:solidFill>
                  <a:srgbClr val="234093"/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9" name="Group 24">
              <a:extLst>
                <a:ext uri="{FF2B5EF4-FFF2-40B4-BE49-F238E27FC236}">
                  <a16:creationId xmlns:a16="http://schemas.microsoft.com/office/drawing/2014/main" id="{AE9BFE02-35B6-4A21-442B-9931AEA7CB91}"/>
                </a:ext>
              </a:extLst>
            </p:cNvPr>
            <p:cNvGrpSpPr/>
            <p:nvPr/>
          </p:nvGrpSpPr>
          <p:grpSpPr>
            <a:xfrm>
              <a:off x="1910358" y="3049979"/>
              <a:ext cx="551849" cy="445417"/>
              <a:chOff x="-3474133" y="-598257"/>
              <a:chExt cx="340256" cy="325909"/>
            </a:xfrm>
            <a:solidFill>
              <a:srgbClr val="234093"/>
            </a:solidFill>
          </p:grpSpPr>
          <p:sp>
            <p:nvSpPr>
              <p:cNvPr id="60" name="Freeform 25">
                <a:extLst>
                  <a:ext uri="{FF2B5EF4-FFF2-40B4-BE49-F238E27FC236}">
                    <a16:creationId xmlns:a16="http://schemas.microsoft.com/office/drawing/2014/main" id="{FE52193F-63DB-4543-4085-61EA96733547}"/>
                  </a:ext>
                </a:extLst>
              </p:cNvPr>
              <p:cNvSpPr/>
              <p:nvPr/>
            </p:nvSpPr>
            <p:spPr>
              <a:xfrm>
                <a:off x="-3432244" y="-557799"/>
                <a:ext cx="298367" cy="28545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45582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45582"/>
                    </a:lnTo>
                    <a:lnTo>
                      <a:pt x="0" y="145582"/>
                    </a:ln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TextBox 26">
                <a:extLst>
                  <a:ext uri="{FF2B5EF4-FFF2-40B4-BE49-F238E27FC236}">
                    <a16:creationId xmlns:a16="http://schemas.microsoft.com/office/drawing/2014/main" id="{0AFB3E85-5E12-E904-C0CD-EEE10486631E}"/>
                  </a:ext>
                </a:extLst>
              </p:cNvPr>
              <p:cNvSpPr txBox="1"/>
              <p:nvPr/>
            </p:nvSpPr>
            <p:spPr>
              <a:xfrm>
                <a:off x="-3474133" y="-598257"/>
                <a:ext cx="301037" cy="285451"/>
              </a:xfrm>
              <a:prstGeom prst="rect">
                <a:avLst/>
              </a:prstGeom>
              <a:solidFill>
                <a:srgbClr val="42C1C7"/>
              </a:solidFill>
            </p:spPr>
            <p:txBody>
              <a:bodyPr lIns="33858" tIns="33858" rIns="33858" bIns="33858" rtlCol="0" anchor="ctr"/>
              <a:lstStyle/>
              <a:p>
                <a:pPr algn="ctr" defTabSz="609448">
                  <a:lnSpc>
                    <a:spcPts val="2239"/>
                  </a:lnSpc>
                  <a:spcBef>
                    <a:spcPct val="0"/>
                  </a:spcBef>
                </a:pPr>
                <a:r>
                  <a:rPr lang="en-US" sz="2133" b="1" dirty="0"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42382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925023" y="664166"/>
            <a:ext cx="8302351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448">
              <a:lnSpc>
                <a:spcPts val="4638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MỤC TIÊU</a:t>
            </a:r>
          </a:p>
        </p:txBody>
      </p:sp>
      <p:pic>
        <p:nvPicPr>
          <p:cNvPr id="37" name="Picture 3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9CFEF01-070A-BA75-81D5-9E7848C3FA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4749" y="6222273"/>
            <a:ext cx="1216572" cy="425039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AB3E4042-0577-CE28-85A2-C539284F155E}"/>
              </a:ext>
            </a:extLst>
          </p:cNvPr>
          <p:cNvSpPr txBox="1"/>
          <p:nvPr/>
        </p:nvSpPr>
        <p:spPr>
          <a:xfrm>
            <a:off x="0" y="880085"/>
            <a:ext cx="2112114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448">
              <a:lnSpc>
                <a:spcPts val="2239"/>
              </a:lnSpc>
            </a:pPr>
            <a:r>
              <a:rPr lang="en-US" sz="3999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I</a:t>
            </a:r>
          </a:p>
        </p:txBody>
      </p:sp>
      <p:sp>
        <p:nvSpPr>
          <p:cNvPr id="49" name="Freeform 3">
            <a:extLst>
              <a:ext uri="{FF2B5EF4-FFF2-40B4-BE49-F238E27FC236}">
                <a16:creationId xmlns:a16="http://schemas.microsoft.com/office/drawing/2014/main" id="{A5E4B8AF-88D2-F081-6D15-33F6DB0829BB}"/>
              </a:ext>
            </a:extLst>
          </p:cNvPr>
          <p:cNvSpPr/>
          <p:nvPr/>
        </p:nvSpPr>
        <p:spPr>
          <a:xfrm>
            <a:off x="2" y="1589"/>
            <a:ext cx="12188822" cy="1123155"/>
          </a:xfrm>
          <a:custGeom>
            <a:avLst/>
            <a:gdLst/>
            <a:ahLst/>
            <a:cxnLst/>
            <a:rect l="l" t="t" r="r" b="b"/>
            <a:pathLst>
              <a:path w="4816592" h="894404">
                <a:moveTo>
                  <a:pt x="0" y="0"/>
                </a:moveTo>
                <a:lnTo>
                  <a:pt x="4816592" y="0"/>
                </a:lnTo>
                <a:lnTo>
                  <a:pt x="4816592" y="894404"/>
                </a:lnTo>
                <a:lnTo>
                  <a:pt x="0" y="894404"/>
                </a:lnTo>
                <a:close/>
              </a:path>
            </a:pathLst>
          </a:custGeom>
          <a:solidFill>
            <a:srgbClr val="234093"/>
          </a:solidFill>
          <a:ln>
            <a:solidFill>
              <a:srgbClr val="24409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Freeform 7">
            <a:extLst>
              <a:ext uri="{FF2B5EF4-FFF2-40B4-BE49-F238E27FC236}">
                <a16:creationId xmlns:a16="http://schemas.microsoft.com/office/drawing/2014/main" id="{89B35A60-6CF3-3AE2-7681-15626E09BA20}"/>
              </a:ext>
            </a:extLst>
          </p:cNvPr>
          <p:cNvSpPr/>
          <p:nvPr/>
        </p:nvSpPr>
        <p:spPr>
          <a:xfrm>
            <a:off x="-1" y="-13414"/>
            <a:ext cx="2326957" cy="1138158"/>
          </a:xfrm>
          <a:custGeom>
            <a:avLst/>
            <a:gdLst>
              <a:gd name="connsiteX0" fmla="*/ 0 w 1435852"/>
              <a:gd name="connsiteY0" fmla="*/ 0 h 135828"/>
              <a:gd name="connsiteX1" fmla="*/ 1435852 w 1435852"/>
              <a:gd name="connsiteY1" fmla="*/ 2124 h 135828"/>
              <a:gd name="connsiteX2" fmla="*/ 940800 w 1435852"/>
              <a:gd name="connsiteY2" fmla="*/ 135828 h 135828"/>
              <a:gd name="connsiteX3" fmla="*/ 0 w 1435852"/>
              <a:gd name="connsiteY3" fmla="*/ 135828 h 135828"/>
              <a:gd name="connsiteX4" fmla="*/ 0 w 1435852"/>
              <a:gd name="connsiteY4" fmla="*/ 0 h 135828"/>
              <a:gd name="connsiteX0" fmla="*/ 0 w 1435852"/>
              <a:gd name="connsiteY0" fmla="*/ 1063 h 133704"/>
              <a:gd name="connsiteX1" fmla="*/ 1435852 w 1435852"/>
              <a:gd name="connsiteY1" fmla="*/ 0 h 133704"/>
              <a:gd name="connsiteX2" fmla="*/ 940800 w 1435852"/>
              <a:gd name="connsiteY2" fmla="*/ 133704 h 133704"/>
              <a:gd name="connsiteX3" fmla="*/ 0 w 1435852"/>
              <a:gd name="connsiteY3" fmla="*/ 133704 h 133704"/>
              <a:gd name="connsiteX4" fmla="*/ 0 w 1435852"/>
              <a:gd name="connsiteY4" fmla="*/ 1063 h 133704"/>
              <a:gd name="connsiteX0" fmla="*/ 18112 w 1435852"/>
              <a:gd name="connsiteY0" fmla="*/ 0 h 134766"/>
              <a:gd name="connsiteX1" fmla="*/ 1435852 w 1435852"/>
              <a:gd name="connsiteY1" fmla="*/ 1062 h 134766"/>
              <a:gd name="connsiteX2" fmla="*/ 940800 w 1435852"/>
              <a:gd name="connsiteY2" fmla="*/ 134766 h 134766"/>
              <a:gd name="connsiteX3" fmla="*/ 0 w 1435852"/>
              <a:gd name="connsiteY3" fmla="*/ 134766 h 134766"/>
              <a:gd name="connsiteX4" fmla="*/ 18112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940800 w 1435852"/>
              <a:gd name="connsiteY2" fmla="*/ 134766 h 134766"/>
              <a:gd name="connsiteX3" fmla="*/ 0 w 1435852"/>
              <a:gd name="connsiteY3" fmla="*/ 134766 h 134766"/>
              <a:gd name="connsiteX4" fmla="*/ 0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1224549 w 1435852"/>
              <a:gd name="connsiteY2" fmla="*/ 134766 h 134766"/>
              <a:gd name="connsiteX3" fmla="*/ 0 w 1435852"/>
              <a:gd name="connsiteY3" fmla="*/ 134766 h 134766"/>
              <a:gd name="connsiteX4" fmla="*/ 0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1109842 w 1435852"/>
              <a:gd name="connsiteY2" fmla="*/ 133704 h 134766"/>
              <a:gd name="connsiteX3" fmla="*/ 0 w 1435852"/>
              <a:gd name="connsiteY3" fmla="*/ 134766 h 134766"/>
              <a:gd name="connsiteX4" fmla="*/ 0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1267815 w 1435852"/>
              <a:gd name="connsiteY2" fmla="*/ 65106 h 134766"/>
              <a:gd name="connsiteX3" fmla="*/ 1109842 w 1435852"/>
              <a:gd name="connsiteY3" fmla="*/ 133704 h 134766"/>
              <a:gd name="connsiteX4" fmla="*/ 0 w 1435852"/>
              <a:gd name="connsiteY4" fmla="*/ 134766 h 134766"/>
              <a:gd name="connsiteX5" fmla="*/ 0 w 1435852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3187 h 134766"/>
              <a:gd name="connsiteX2" fmla="*/ 1267815 w 1267815"/>
              <a:gd name="connsiteY2" fmla="*/ 65106 h 134766"/>
              <a:gd name="connsiteX3" fmla="*/ 1109842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109842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7953"/>
              <a:gd name="connsiteX1" fmla="*/ 1049470 w 1267815"/>
              <a:gd name="connsiteY1" fmla="*/ 0 h 137953"/>
              <a:gd name="connsiteX2" fmla="*/ 1267815 w 1267815"/>
              <a:gd name="connsiteY2" fmla="*/ 65106 h 137953"/>
              <a:gd name="connsiteX3" fmla="*/ 1043433 w 1267815"/>
              <a:gd name="connsiteY3" fmla="*/ 137953 h 137953"/>
              <a:gd name="connsiteX4" fmla="*/ 0 w 1267815"/>
              <a:gd name="connsiteY4" fmla="*/ 134766 h 137953"/>
              <a:gd name="connsiteX5" fmla="*/ 0 w 1267815"/>
              <a:gd name="connsiteY5" fmla="*/ 0 h 137953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049471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049471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049471 w 1267815"/>
              <a:gd name="connsiteY3" fmla="*/ 134766 h 134766"/>
              <a:gd name="connsiteX4" fmla="*/ 0 w 1267815"/>
              <a:gd name="connsiteY4" fmla="*/ 134766 h 134766"/>
              <a:gd name="connsiteX5" fmla="*/ 0 w 1267815"/>
              <a:gd name="connsiteY5" fmla="*/ 0 h 134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7815" h="134766">
                <a:moveTo>
                  <a:pt x="0" y="0"/>
                </a:moveTo>
                <a:lnTo>
                  <a:pt x="1049470" y="0"/>
                </a:lnTo>
                <a:lnTo>
                  <a:pt x="1267815" y="65106"/>
                </a:lnTo>
                <a:lnTo>
                  <a:pt x="1049471" y="134766"/>
                </a:lnTo>
                <a:lnTo>
                  <a:pt x="0" y="134766"/>
                </a:lnTo>
                <a:lnTo>
                  <a:pt x="0" y="0"/>
                </a:lnTo>
                <a:close/>
              </a:path>
            </a:pathLst>
          </a:custGeom>
          <a:solidFill>
            <a:srgbClr val="42C1C7"/>
          </a:solidFill>
        </p:spPr>
        <p:txBody>
          <a:bodyPr anchor="ctr"/>
          <a:lstStyle/>
          <a:p>
            <a:pPr algn="ctr" defTabSz="609448"/>
            <a:endParaRPr lang="en-US" sz="3199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C13B13A-7390-144F-19BA-8E93AC8D6B0A}"/>
              </a:ext>
            </a:extLst>
          </p:cNvPr>
          <p:cNvSpPr txBox="1"/>
          <p:nvPr/>
        </p:nvSpPr>
        <p:spPr>
          <a:xfrm>
            <a:off x="257165" y="256473"/>
            <a:ext cx="2029755" cy="584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448"/>
            <a:r>
              <a:rPr lang="en-US" sz="3199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PHẦN 1</a:t>
            </a:r>
          </a:p>
        </p:txBody>
      </p:sp>
      <p:sp>
        <p:nvSpPr>
          <p:cNvPr id="40" name="TextBox 5">
            <a:extLst>
              <a:ext uri="{FF2B5EF4-FFF2-40B4-BE49-F238E27FC236}">
                <a16:creationId xmlns:a16="http://schemas.microsoft.com/office/drawing/2014/main" id="{6E54EA5A-BFB3-1AC1-B59F-397B8A60773B}"/>
              </a:ext>
            </a:extLst>
          </p:cNvPr>
          <p:cNvSpPr txBox="1"/>
          <p:nvPr/>
        </p:nvSpPr>
        <p:spPr>
          <a:xfrm>
            <a:off x="2539335" y="341324"/>
            <a:ext cx="9637722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HIỆN TRẠNG VẬN HÀNH </a:t>
            </a:r>
            <a:r>
              <a:rPr lang="vi-VN" b="1" dirty="0">
                <a:solidFill>
                  <a:schemeClr val="bg1"/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HỆ </a:t>
            </a:r>
            <a:r>
              <a:rPr lang="vi-VN" b="1">
                <a:solidFill>
                  <a:schemeClr val="bg1"/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THỐNG </a:t>
            </a:r>
            <a:r>
              <a:rPr lang="en-US" b="1">
                <a:solidFill>
                  <a:schemeClr val="bg1"/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SERVER CACK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B04FB3-62D8-A6FD-C077-5013E768C07D}"/>
              </a:ext>
            </a:extLst>
          </p:cNvPr>
          <p:cNvSpPr txBox="1"/>
          <p:nvPr/>
        </p:nvSpPr>
        <p:spPr>
          <a:xfrm>
            <a:off x="405780" y="1379628"/>
            <a:ext cx="4409812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server CACK gồm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Nguồn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tủ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NSB-GND-06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LC6-GND.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Tủ điều khiển đặt tại phòng 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server CACK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FD869D-984C-FC78-232D-98857EE700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21" b="6557"/>
          <a:stretch>
            <a:fillRect/>
          </a:stretch>
        </p:blipFill>
        <p:spPr>
          <a:xfrm>
            <a:off x="8254652" y="1787321"/>
            <a:ext cx="3620630" cy="40899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45703C-D025-7BB0-E13D-5549FF81300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5774" y="1787321"/>
            <a:ext cx="3237356" cy="412445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BFD687F-6239-3645-E068-A5F7DF2D6021}"/>
              </a:ext>
            </a:extLst>
          </p:cNvPr>
          <p:cNvSpPr/>
          <p:nvPr/>
        </p:nvSpPr>
        <p:spPr>
          <a:xfrm>
            <a:off x="6454452" y="4797152"/>
            <a:ext cx="360040" cy="5178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252978-7D56-DF47-7BAC-227B97D25DD1}"/>
              </a:ext>
            </a:extLst>
          </p:cNvPr>
          <p:cNvSpPr txBox="1"/>
          <p:nvPr/>
        </p:nvSpPr>
        <p:spPr>
          <a:xfrm>
            <a:off x="6967230" y="4335487"/>
            <a:ext cx="1080120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rgbClr val="FF0000"/>
                </a:solidFill>
              </a:rPr>
              <a:t>Nguồn cấp cho tủ server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2C02D06-4611-2237-FCE2-AE45EACF9B41}"/>
              </a:ext>
            </a:extLst>
          </p:cNvPr>
          <p:cNvCxnSpPr>
            <a:cxnSpLocks/>
          </p:cNvCxnSpPr>
          <p:nvPr/>
        </p:nvCxnSpPr>
        <p:spPr>
          <a:xfrm flipH="1">
            <a:off x="6742484" y="4653136"/>
            <a:ext cx="198966" cy="144016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rrow: Down 17">
            <a:extLst>
              <a:ext uri="{FF2B5EF4-FFF2-40B4-BE49-F238E27FC236}">
                <a16:creationId xmlns:a16="http://schemas.microsoft.com/office/drawing/2014/main" id="{54F3D54B-7382-2153-051C-06DE1D8716C9}"/>
              </a:ext>
            </a:extLst>
          </p:cNvPr>
          <p:cNvSpPr/>
          <p:nvPr/>
        </p:nvSpPr>
        <p:spPr>
          <a:xfrm>
            <a:off x="10414892" y="1854277"/>
            <a:ext cx="224742" cy="121468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D92684-BEA4-5CBB-B66D-CD0F55790CBA}"/>
              </a:ext>
            </a:extLst>
          </p:cNvPr>
          <p:cNvSpPr txBox="1"/>
          <p:nvPr/>
        </p:nvSpPr>
        <p:spPr>
          <a:xfrm>
            <a:off x="9176457" y="1837840"/>
            <a:ext cx="864096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rgbClr val="FF0000"/>
                </a:solidFill>
              </a:rPr>
              <a:t>Nguồn cấp cho tủ server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9D5FDF-3B51-C99C-FBDF-624FC0640089}"/>
              </a:ext>
            </a:extLst>
          </p:cNvPr>
          <p:cNvSpPr txBox="1"/>
          <p:nvPr/>
        </p:nvSpPr>
        <p:spPr>
          <a:xfrm>
            <a:off x="6112414" y="1787321"/>
            <a:ext cx="1404156" cy="36933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b="1"/>
              <a:t>NSB-GND-06</a:t>
            </a:r>
          </a:p>
        </p:txBody>
      </p:sp>
    </p:spTree>
    <p:extLst>
      <p:ext uri="{BB962C8B-B14F-4D97-AF65-F5344CB8AC3E}">
        <p14:creationId xmlns:p14="http://schemas.microsoft.com/office/powerpoint/2010/main" val="3459920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DB004-C044-6F62-189C-3EB2C0A61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81DB0C35-A293-4D22-54E2-D7E846C1B049}"/>
              </a:ext>
            </a:extLst>
          </p:cNvPr>
          <p:cNvSpPr txBox="1"/>
          <p:nvPr/>
        </p:nvSpPr>
        <p:spPr>
          <a:xfrm>
            <a:off x="1925023" y="664166"/>
            <a:ext cx="8302351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448">
              <a:lnSpc>
                <a:spcPts val="4638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MỤC TIÊU</a:t>
            </a:r>
          </a:p>
        </p:txBody>
      </p:sp>
      <p:pic>
        <p:nvPicPr>
          <p:cNvPr id="37" name="Picture 3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BAAB085-3DEC-91E5-B727-0903E87207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4749" y="6222273"/>
            <a:ext cx="1216572" cy="425039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3E0CA94D-36A4-D207-1FDC-2BD918F1E61C}"/>
              </a:ext>
            </a:extLst>
          </p:cNvPr>
          <p:cNvSpPr txBox="1"/>
          <p:nvPr/>
        </p:nvSpPr>
        <p:spPr>
          <a:xfrm>
            <a:off x="0" y="880085"/>
            <a:ext cx="2112114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448">
              <a:lnSpc>
                <a:spcPts val="2239"/>
              </a:lnSpc>
            </a:pPr>
            <a:r>
              <a:rPr lang="en-US" sz="3999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I</a:t>
            </a:r>
          </a:p>
        </p:txBody>
      </p:sp>
      <p:sp>
        <p:nvSpPr>
          <p:cNvPr id="49" name="Freeform 3">
            <a:extLst>
              <a:ext uri="{FF2B5EF4-FFF2-40B4-BE49-F238E27FC236}">
                <a16:creationId xmlns:a16="http://schemas.microsoft.com/office/drawing/2014/main" id="{9D470040-B210-3646-65FE-31CBF3C97B31}"/>
              </a:ext>
            </a:extLst>
          </p:cNvPr>
          <p:cNvSpPr/>
          <p:nvPr/>
        </p:nvSpPr>
        <p:spPr>
          <a:xfrm>
            <a:off x="2" y="1589"/>
            <a:ext cx="12188822" cy="1123155"/>
          </a:xfrm>
          <a:custGeom>
            <a:avLst/>
            <a:gdLst/>
            <a:ahLst/>
            <a:cxnLst/>
            <a:rect l="l" t="t" r="r" b="b"/>
            <a:pathLst>
              <a:path w="4816592" h="894404">
                <a:moveTo>
                  <a:pt x="0" y="0"/>
                </a:moveTo>
                <a:lnTo>
                  <a:pt x="4816592" y="0"/>
                </a:lnTo>
                <a:lnTo>
                  <a:pt x="4816592" y="894404"/>
                </a:lnTo>
                <a:lnTo>
                  <a:pt x="0" y="894404"/>
                </a:lnTo>
                <a:close/>
              </a:path>
            </a:pathLst>
          </a:custGeom>
          <a:solidFill>
            <a:srgbClr val="234093"/>
          </a:solidFill>
          <a:ln>
            <a:solidFill>
              <a:srgbClr val="24409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Freeform 7">
            <a:extLst>
              <a:ext uri="{FF2B5EF4-FFF2-40B4-BE49-F238E27FC236}">
                <a16:creationId xmlns:a16="http://schemas.microsoft.com/office/drawing/2014/main" id="{1DC145F7-98C1-8DA3-A550-FFE8653EBDA6}"/>
              </a:ext>
            </a:extLst>
          </p:cNvPr>
          <p:cNvSpPr/>
          <p:nvPr/>
        </p:nvSpPr>
        <p:spPr>
          <a:xfrm>
            <a:off x="-1" y="-13414"/>
            <a:ext cx="2326957" cy="1138158"/>
          </a:xfrm>
          <a:custGeom>
            <a:avLst/>
            <a:gdLst>
              <a:gd name="connsiteX0" fmla="*/ 0 w 1435852"/>
              <a:gd name="connsiteY0" fmla="*/ 0 h 135828"/>
              <a:gd name="connsiteX1" fmla="*/ 1435852 w 1435852"/>
              <a:gd name="connsiteY1" fmla="*/ 2124 h 135828"/>
              <a:gd name="connsiteX2" fmla="*/ 940800 w 1435852"/>
              <a:gd name="connsiteY2" fmla="*/ 135828 h 135828"/>
              <a:gd name="connsiteX3" fmla="*/ 0 w 1435852"/>
              <a:gd name="connsiteY3" fmla="*/ 135828 h 135828"/>
              <a:gd name="connsiteX4" fmla="*/ 0 w 1435852"/>
              <a:gd name="connsiteY4" fmla="*/ 0 h 135828"/>
              <a:gd name="connsiteX0" fmla="*/ 0 w 1435852"/>
              <a:gd name="connsiteY0" fmla="*/ 1063 h 133704"/>
              <a:gd name="connsiteX1" fmla="*/ 1435852 w 1435852"/>
              <a:gd name="connsiteY1" fmla="*/ 0 h 133704"/>
              <a:gd name="connsiteX2" fmla="*/ 940800 w 1435852"/>
              <a:gd name="connsiteY2" fmla="*/ 133704 h 133704"/>
              <a:gd name="connsiteX3" fmla="*/ 0 w 1435852"/>
              <a:gd name="connsiteY3" fmla="*/ 133704 h 133704"/>
              <a:gd name="connsiteX4" fmla="*/ 0 w 1435852"/>
              <a:gd name="connsiteY4" fmla="*/ 1063 h 133704"/>
              <a:gd name="connsiteX0" fmla="*/ 18112 w 1435852"/>
              <a:gd name="connsiteY0" fmla="*/ 0 h 134766"/>
              <a:gd name="connsiteX1" fmla="*/ 1435852 w 1435852"/>
              <a:gd name="connsiteY1" fmla="*/ 1062 h 134766"/>
              <a:gd name="connsiteX2" fmla="*/ 940800 w 1435852"/>
              <a:gd name="connsiteY2" fmla="*/ 134766 h 134766"/>
              <a:gd name="connsiteX3" fmla="*/ 0 w 1435852"/>
              <a:gd name="connsiteY3" fmla="*/ 134766 h 134766"/>
              <a:gd name="connsiteX4" fmla="*/ 18112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940800 w 1435852"/>
              <a:gd name="connsiteY2" fmla="*/ 134766 h 134766"/>
              <a:gd name="connsiteX3" fmla="*/ 0 w 1435852"/>
              <a:gd name="connsiteY3" fmla="*/ 134766 h 134766"/>
              <a:gd name="connsiteX4" fmla="*/ 0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1224549 w 1435852"/>
              <a:gd name="connsiteY2" fmla="*/ 134766 h 134766"/>
              <a:gd name="connsiteX3" fmla="*/ 0 w 1435852"/>
              <a:gd name="connsiteY3" fmla="*/ 134766 h 134766"/>
              <a:gd name="connsiteX4" fmla="*/ 0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1109842 w 1435852"/>
              <a:gd name="connsiteY2" fmla="*/ 133704 h 134766"/>
              <a:gd name="connsiteX3" fmla="*/ 0 w 1435852"/>
              <a:gd name="connsiteY3" fmla="*/ 134766 h 134766"/>
              <a:gd name="connsiteX4" fmla="*/ 0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1267815 w 1435852"/>
              <a:gd name="connsiteY2" fmla="*/ 65106 h 134766"/>
              <a:gd name="connsiteX3" fmla="*/ 1109842 w 1435852"/>
              <a:gd name="connsiteY3" fmla="*/ 133704 h 134766"/>
              <a:gd name="connsiteX4" fmla="*/ 0 w 1435852"/>
              <a:gd name="connsiteY4" fmla="*/ 134766 h 134766"/>
              <a:gd name="connsiteX5" fmla="*/ 0 w 1435852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3187 h 134766"/>
              <a:gd name="connsiteX2" fmla="*/ 1267815 w 1267815"/>
              <a:gd name="connsiteY2" fmla="*/ 65106 h 134766"/>
              <a:gd name="connsiteX3" fmla="*/ 1109842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109842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7953"/>
              <a:gd name="connsiteX1" fmla="*/ 1049470 w 1267815"/>
              <a:gd name="connsiteY1" fmla="*/ 0 h 137953"/>
              <a:gd name="connsiteX2" fmla="*/ 1267815 w 1267815"/>
              <a:gd name="connsiteY2" fmla="*/ 65106 h 137953"/>
              <a:gd name="connsiteX3" fmla="*/ 1043433 w 1267815"/>
              <a:gd name="connsiteY3" fmla="*/ 137953 h 137953"/>
              <a:gd name="connsiteX4" fmla="*/ 0 w 1267815"/>
              <a:gd name="connsiteY4" fmla="*/ 134766 h 137953"/>
              <a:gd name="connsiteX5" fmla="*/ 0 w 1267815"/>
              <a:gd name="connsiteY5" fmla="*/ 0 h 137953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049471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049471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049471 w 1267815"/>
              <a:gd name="connsiteY3" fmla="*/ 134766 h 134766"/>
              <a:gd name="connsiteX4" fmla="*/ 0 w 1267815"/>
              <a:gd name="connsiteY4" fmla="*/ 134766 h 134766"/>
              <a:gd name="connsiteX5" fmla="*/ 0 w 1267815"/>
              <a:gd name="connsiteY5" fmla="*/ 0 h 134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7815" h="134766">
                <a:moveTo>
                  <a:pt x="0" y="0"/>
                </a:moveTo>
                <a:lnTo>
                  <a:pt x="1049470" y="0"/>
                </a:lnTo>
                <a:lnTo>
                  <a:pt x="1267815" y="65106"/>
                </a:lnTo>
                <a:lnTo>
                  <a:pt x="1049471" y="134766"/>
                </a:lnTo>
                <a:lnTo>
                  <a:pt x="0" y="134766"/>
                </a:lnTo>
                <a:lnTo>
                  <a:pt x="0" y="0"/>
                </a:lnTo>
                <a:close/>
              </a:path>
            </a:pathLst>
          </a:custGeom>
          <a:solidFill>
            <a:srgbClr val="42C1C7"/>
          </a:solidFill>
        </p:spPr>
        <p:txBody>
          <a:bodyPr anchor="ctr"/>
          <a:lstStyle/>
          <a:p>
            <a:pPr algn="ctr" defTabSz="609448"/>
            <a:endParaRPr lang="en-US" sz="3199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9D6CE5-3CED-DCF7-4331-B923F7FA3C08}"/>
              </a:ext>
            </a:extLst>
          </p:cNvPr>
          <p:cNvSpPr txBox="1"/>
          <p:nvPr/>
        </p:nvSpPr>
        <p:spPr>
          <a:xfrm>
            <a:off x="257165" y="256473"/>
            <a:ext cx="2029755" cy="584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448"/>
            <a:r>
              <a:rPr lang="en-US" sz="3199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PHẦN 1</a:t>
            </a:r>
          </a:p>
        </p:txBody>
      </p:sp>
      <p:sp>
        <p:nvSpPr>
          <p:cNvPr id="40" name="TextBox 5">
            <a:extLst>
              <a:ext uri="{FF2B5EF4-FFF2-40B4-BE49-F238E27FC236}">
                <a16:creationId xmlns:a16="http://schemas.microsoft.com/office/drawing/2014/main" id="{08A99EC5-D0A0-CA00-CCC1-14B7364995D9}"/>
              </a:ext>
            </a:extLst>
          </p:cNvPr>
          <p:cNvSpPr txBox="1"/>
          <p:nvPr/>
        </p:nvSpPr>
        <p:spPr>
          <a:xfrm>
            <a:off x="2539335" y="341324"/>
            <a:ext cx="9637722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HIỆN TRẠNG VẬN HÀNH </a:t>
            </a:r>
            <a:r>
              <a:rPr lang="vi-VN" b="1" dirty="0">
                <a:solidFill>
                  <a:schemeClr val="bg1"/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HỆ </a:t>
            </a:r>
            <a:r>
              <a:rPr lang="vi-VN" b="1">
                <a:solidFill>
                  <a:schemeClr val="bg1"/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THỐNG </a:t>
            </a:r>
            <a:r>
              <a:rPr lang="en-US" b="1">
                <a:solidFill>
                  <a:schemeClr val="bg1"/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SERVER CACK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90FFEA-5E45-B280-2914-F729B1DDE510}"/>
              </a:ext>
            </a:extLst>
          </p:cNvPr>
          <p:cNvSpPr/>
          <p:nvPr/>
        </p:nvSpPr>
        <p:spPr>
          <a:xfrm>
            <a:off x="327790" y="1142596"/>
            <a:ext cx="2518638" cy="5799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913F96-D917-8143-7C69-4E7828C5B22A}"/>
              </a:ext>
            </a:extLst>
          </p:cNvPr>
          <p:cNvSpPr/>
          <p:nvPr/>
        </p:nvSpPr>
        <p:spPr>
          <a:xfrm>
            <a:off x="6238428" y="5085184"/>
            <a:ext cx="1800200" cy="15121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ABE43FB-0668-B3FF-7947-04B8CF31EDDC}"/>
              </a:ext>
            </a:extLst>
          </p:cNvPr>
          <p:cNvGrpSpPr/>
          <p:nvPr/>
        </p:nvGrpSpPr>
        <p:grpSpPr>
          <a:xfrm>
            <a:off x="693812" y="2084492"/>
            <a:ext cx="7446599" cy="4694934"/>
            <a:chOff x="721922" y="2131933"/>
            <a:chExt cx="7446599" cy="469493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3EC802A-52DA-E171-13D2-5DE48E2B4141}"/>
                </a:ext>
              </a:extLst>
            </p:cNvPr>
            <p:cNvSpPr/>
            <p:nvPr/>
          </p:nvSpPr>
          <p:spPr>
            <a:xfrm>
              <a:off x="6341644" y="2131933"/>
              <a:ext cx="1501373" cy="43186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tx1"/>
                  </a:solidFill>
                </a:rPr>
                <a:t>NSB-GND-06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1CBA003-0AC5-B7DF-69A1-F57DD6BF0B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347" t="12981" r="14343" b="11424"/>
            <a:stretch>
              <a:fillRect/>
            </a:stretch>
          </p:blipFill>
          <p:spPr>
            <a:xfrm>
              <a:off x="6622383" y="2747734"/>
              <a:ext cx="1052265" cy="103243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CFCA3D4-95AC-E16E-64C6-145AF9DA0DC9}"/>
                </a:ext>
              </a:extLst>
            </p:cNvPr>
            <p:cNvSpPr txBox="1"/>
            <p:nvPr/>
          </p:nvSpPr>
          <p:spPr>
            <a:xfrm>
              <a:off x="721922" y="2825406"/>
              <a:ext cx="1944216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Tủ phân phối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92B3E2D-579C-01C7-A7BF-BA20A7AE8F29}"/>
                </a:ext>
              </a:extLst>
            </p:cNvPr>
            <p:cNvSpPr txBox="1"/>
            <p:nvPr/>
          </p:nvSpPr>
          <p:spPr>
            <a:xfrm>
              <a:off x="721922" y="4804140"/>
              <a:ext cx="1944216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CB cấp nguồn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0CB59EE-59F1-E139-338D-15A8937FFB07}"/>
                </a:ext>
              </a:extLst>
            </p:cNvPr>
            <p:cNvSpPr txBox="1"/>
            <p:nvPr/>
          </p:nvSpPr>
          <p:spPr>
            <a:xfrm>
              <a:off x="721922" y="6295007"/>
              <a:ext cx="1944216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Phụ tải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8C61B6C-E092-97A5-7714-F92CEFD7A7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001" t="34250" r="52800" b="42650"/>
            <a:stretch>
              <a:fillRect/>
            </a:stretch>
          </p:blipFill>
          <p:spPr>
            <a:xfrm>
              <a:off x="6642363" y="4230992"/>
              <a:ext cx="1032286" cy="113696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1C45B13-6A3D-C0D2-D39C-ACB406875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28509" y="5763147"/>
              <a:ext cx="2040012" cy="10637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" name="Arrow: Down 5">
              <a:extLst>
                <a:ext uri="{FF2B5EF4-FFF2-40B4-BE49-F238E27FC236}">
                  <a16:creationId xmlns:a16="http://schemas.microsoft.com/office/drawing/2014/main" id="{7317C3E7-60DB-D111-0A34-A02D3BEC334E}"/>
                </a:ext>
              </a:extLst>
            </p:cNvPr>
            <p:cNvSpPr/>
            <p:nvPr/>
          </p:nvSpPr>
          <p:spPr>
            <a:xfrm>
              <a:off x="7087065" y="5398955"/>
              <a:ext cx="45719" cy="352730"/>
            </a:xfrm>
            <a:prstGeom prst="downArrow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DE06489-0A84-8F7C-DC34-F55853A74579}"/>
              </a:ext>
            </a:extLst>
          </p:cNvPr>
          <p:cNvSpPr txBox="1"/>
          <p:nvPr/>
        </p:nvSpPr>
        <p:spPr>
          <a:xfrm>
            <a:off x="6092114" y="1266243"/>
            <a:ext cx="1944216" cy="461665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/>
              <a:t>LT2 room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8B8AB21D-695C-8A1B-5685-F3BA69C400CA}"/>
              </a:ext>
            </a:extLst>
          </p:cNvPr>
          <p:cNvSpPr/>
          <p:nvPr/>
        </p:nvSpPr>
        <p:spPr>
          <a:xfrm flipH="1">
            <a:off x="7085141" y="3752510"/>
            <a:ext cx="45719" cy="400044"/>
          </a:xfrm>
          <a:prstGeom prst="downArrow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2868F23B-3D1D-AD23-BD16-3E2D82580BBC}"/>
              </a:ext>
            </a:extLst>
          </p:cNvPr>
          <p:cNvSpPr/>
          <p:nvPr/>
        </p:nvSpPr>
        <p:spPr>
          <a:xfrm flipH="1">
            <a:off x="7041360" y="1740080"/>
            <a:ext cx="45719" cy="323034"/>
          </a:xfrm>
          <a:prstGeom prst="downArrow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75572376-5108-490E-4F41-0483FB8A4958}"/>
              </a:ext>
            </a:extLst>
          </p:cNvPr>
          <p:cNvSpPr/>
          <p:nvPr/>
        </p:nvSpPr>
        <p:spPr>
          <a:xfrm flipH="1">
            <a:off x="7058956" y="2527325"/>
            <a:ext cx="45719" cy="153184"/>
          </a:xfrm>
          <a:prstGeom prst="downArrow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614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925023" y="664166"/>
            <a:ext cx="8302351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448">
              <a:lnSpc>
                <a:spcPts val="4638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MỤC TIÊU</a:t>
            </a:r>
          </a:p>
        </p:txBody>
      </p:sp>
      <p:pic>
        <p:nvPicPr>
          <p:cNvPr id="37" name="Picture 3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9CFEF01-070A-BA75-81D5-9E7848C3FA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4749" y="6222273"/>
            <a:ext cx="1216572" cy="425039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AB3E4042-0577-CE28-85A2-C539284F155E}"/>
              </a:ext>
            </a:extLst>
          </p:cNvPr>
          <p:cNvSpPr txBox="1"/>
          <p:nvPr/>
        </p:nvSpPr>
        <p:spPr>
          <a:xfrm>
            <a:off x="0" y="880085"/>
            <a:ext cx="2112114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448">
              <a:lnSpc>
                <a:spcPts val="2239"/>
              </a:lnSpc>
            </a:pPr>
            <a:r>
              <a:rPr lang="en-US" sz="3999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I</a:t>
            </a:r>
          </a:p>
        </p:txBody>
      </p:sp>
      <p:sp>
        <p:nvSpPr>
          <p:cNvPr id="49" name="Freeform 3">
            <a:extLst>
              <a:ext uri="{FF2B5EF4-FFF2-40B4-BE49-F238E27FC236}">
                <a16:creationId xmlns:a16="http://schemas.microsoft.com/office/drawing/2014/main" id="{A5E4B8AF-88D2-F081-6D15-33F6DB0829BB}"/>
              </a:ext>
            </a:extLst>
          </p:cNvPr>
          <p:cNvSpPr/>
          <p:nvPr/>
        </p:nvSpPr>
        <p:spPr>
          <a:xfrm>
            <a:off x="2" y="1589"/>
            <a:ext cx="12188822" cy="1123155"/>
          </a:xfrm>
          <a:custGeom>
            <a:avLst/>
            <a:gdLst/>
            <a:ahLst/>
            <a:cxnLst/>
            <a:rect l="l" t="t" r="r" b="b"/>
            <a:pathLst>
              <a:path w="4816592" h="894404">
                <a:moveTo>
                  <a:pt x="0" y="0"/>
                </a:moveTo>
                <a:lnTo>
                  <a:pt x="4816592" y="0"/>
                </a:lnTo>
                <a:lnTo>
                  <a:pt x="4816592" y="894404"/>
                </a:lnTo>
                <a:lnTo>
                  <a:pt x="0" y="894404"/>
                </a:lnTo>
                <a:close/>
              </a:path>
            </a:pathLst>
          </a:custGeom>
          <a:solidFill>
            <a:srgbClr val="234093"/>
          </a:solidFill>
          <a:ln>
            <a:solidFill>
              <a:srgbClr val="24409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Freeform 7">
            <a:extLst>
              <a:ext uri="{FF2B5EF4-FFF2-40B4-BE49-F238E27FC236}">
                <a16:creationId xmlns:a16="http://schemas.microsoft.com/office/drawing/2014/main" id="{89B35A60-6CF3-3AE2-7681-15626E09BA20}"/>
              </a:ext>
            </a:extLst>
          </p:cNvPr>
          <p:cNvSpPr/>
          <p:nvPr/>
        </p:nvSpPr>
        <p:spPr>
          <a:xfrm>
            <a:off x="-1" y="-13414"/>
            <a:ext cx="2326957" cy="1138158"/>
          </a:xfrm>
          <a:custGeom>
            <a:avLst/>
            <a:gdLst>
              <a:gd name="connsiteX0" fmla="*/ 0 w 1435852"/>
              <a:gd name="connsiteY0" fmla="*/ 0 h 135828"/>
              <a:gd name="connsiteX1" fmla="*/ 1435852 w 1435852"/>
              <a:gd name="connsiteY1" fmla="*/ 2124 h 135828"/>
              <a:gd name="connsiteX2" fmla="*/ 940800 w 1435852"/>
              <a:gd name="connsiteY2" fmla="*/ 135828 h 135828"/>
              <a:gd name="connsiteX3" fmla="*/ 0 w 1435852"/>
              <a:gd name="connsiteY3" fmla="*/ 135828 h 135828"/>
              <a:gd name="connsiteX4" fmla="*/ 0 w 1435852"/>
              <a:gd name="connsiteY4" fmla="*/ 0 h 135828"/>
              <a:gd name="connsiteX0" fmla="*/ 0 w 1435852"/>
              <a:gd name="connsiteY0" fmla="*/ 1063 h 133704"/>
              <a:gd name="connsiteX1" fmla="*/ 1435852 w 1435852"/>
              <a:gd name="connsiteY1" fmla="*/ 0 h 133704"/>
              <a:gd name="connsiteX2" fmla="*/ 940800 w 1435852"/>
              <a:gd name="connsiteY2" fmla="*/ 133704 h 133704"/>
              <a:gd name="connsiteX3" fmla="*/ 0 w 1435852"/>
              <a:gd name="connsiteY3" fmla="*/ 133704 h 133704"/>
              <a:gd name="connsiteX4" fmla="*/ 0 w 1435852"/>
              <a:gd name="connsiteY4" fmla="*/ 1063 h 133704"/>
              <a:gd name="connsiteX0" fmla="*/ 18112 w 1435852"/>
              <a:gd name="connsiteY0" fmla="*/ 0 h 134766"/>
              <a:gd name="connsiteX1" fmla="*/ 1435852 w 1435852"/>
              <a:gd name="connsiteY1" fmla="*/ 1062 h 134766"/>
              <a:gd name="connsiteX2" fmla="*/ 940800 w 1435852"/>
              <a:gd name="connsiteY2" fmla="*/ 134766 h 134766"/>
              <a:gd name="connsiteX3" fmla="*/ 0 w 1435852"/>
              <a:gd name="connsiteY3" fmla="*/ 134766 h 134766"/>
              <a:gd name="connsiteX4" fmla="*/ 18112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940800 w 1435852"/>
              <a:gd name="connsiteY2" fmla="*/ 134766 h 134766"/>
              <a:gd name="connsiteX3" fmla="*/ 0 w 1435852"/>
              <a:gd name="connsiteY3" fmla="*/ 134766 h 134766"/>
              <a:gd name="connsiteX4" fmla="*/ 0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1224549 w 1435852"/>
              <a:gd name="connsiteY2" fmla="*/ 134766 h 134766"/>
              <a:gd name="connsiteX3" fmla="*/ 0 w 1435852"/>
              <a:gd name="connsiteY3" fmla="*/ 134766 h 134766"/>
              <a:gd name="connsiteX4" fmla="*/ 0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1109842 w 1435852"/>
              <a:gd name="connsiteY2" fmla="*/ 133704 h 134766"/>
              <a:gd name="connsiteX3" fmla="*/ 0 w 1435852"/>
              <a:gd name="connsiteY3" fmla="*/ 134766 h 134766"/>
              <a:gd name="connsiteX4" fmla="*/ 0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1267815 w 1435852"/>
              <a:gd name="connsiteY2" fmla="*/ 65106 h 134766"/>
              <a:gd name="connsiteX3" fmla="*/ 1109842 w 1435852"/>
              <a:gd name="connsiteY3" fmla="*/ 133704 h 134766"/>
              <a:gd name="connsiteX4" fmla="*/ 0 w 1435852"/>
              <a:gd name="connsiteY4" fmla="*/ 134766 h 134766"/>
              <a:gd name="connsiteX5" fmla="*/ 0 w 1435852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3187 h 134766"/>
              <a:gd name="connsiteX2" fmla="*/ 1267815 w 1267815"/>
              <a:gd name="connsiteY2" fmla="*/ 65106 h 134766"/>
              <a:gd name="connsiteX3" fmla="*/ 1109842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109842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7953"/>
              <a:gd name="connsiteX1" fmla="*/ 1049470 w 1267815"/>
              <a:gd name="connsiteY1" fmla="*/ 0 h 137953"/>
              <a:gd name="connsiteX2" fmla="*/ 1267815 w 1267815"/>
              <a:gd name="connsiteY2" fmla="*/ 65106 h 137953"/>
              <a:gd name="connsiteX3" fmla="*/ 1043433 w 1267815"/>
              <a:gd name="connsiteY3" fmla="*/ 137953 h 137953"/>
              <a:gd name="connsiteX4" fmla="*/ 0 w 1267815"/>
              <a:gd name="connsiteY4" fmla="*/ 134766 h 137953"/>
              <a:gd name="connsiteX5" fmla="*/ 0 w 1267815"/>
              <a:gd name="connsiteY5" fmla="*/ 0 h 137953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049471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049471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049471 w 1267815"/>
              <a:gd name="connsiteY3" fmla="*/ 134766 h 134766"/>
              <a:gd name="connsiteX4" fmla="*/ 0 w 1267815"/>
              <a:gd name="connsiteY4" fmla="*/ 134766 h 134766"/>
              <a:gd name="connsiteX5" fmla="*/ 0 w 1267815"/>
              <a:gd name="connsiteY5" fmla="*/ 0 h 134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7815" h="134766">
                <a:moveTo>
                  <a:pt x="0" y="0"/>
                </a:moveTo>
                <a:lnTo>
                  <a:pt x="1049470" y="0"/>
                </a:lnTo>
                <a:lnTo>
                  <a:pt x="1267815" y="65106"/>
                </a:lnTo>
                <a:lnTo>
                  <a:pt x="1049471" y="134766"/>
                </a:lnTo>
                <a:lnTo>
                  <a:pt x="0" y="134766"/>
                </a:lnTo>
                <a:lnTo>
                  <a:pt x="0" y="0"/>
                </a:lnTo>
                <a:close/>
              </a:path>
            </a:pathLst>
          </a:custGeom>
          <a:solidFill>
            <a:srgbClr val="42C1C7"/>
          </a:solidFill>
        </p:spPr>
        <p:txBody>
          <a:bodyPr anchor="ctr"/>
          <a:lstStyle/>
          <a:p>
            <a:pPr algn="ctr" defTabSz="609448"/>
            <a:endParaRPr lang="en-US" sz="3199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C13B13A-7390-144F-19BA-8E93AC8D6B0A}"/>
              </a:ext>
            </a:extLst>
          </p:cNvPr>
          <p:cNvSpPr txBox="1"/>
          <p:nvPr/>
        </p:nvSpPr>
        <p:spPr>
          <a:xfrm>
            <a:off x="257165" y="256473"/>
            <a:ext cx="2029755" cy="584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448"/>
            <a:r>
              <a:rPr lang="en-US" sz="3199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PHẦN 1</a:t>
            </a:r>
          </a:p>
        </p:txBody>
      </p:sp>
      <p:sp>
        <p:nvSpPr>
          <p:cNvPr id="40" name="TextBox 5">
            <a:extLst>
              <a:ext uri="{FF2B5EF4-FFF2-40B4-BE49-F238E27FC236}">
                <a16:creationId xmlns:a16="http://schemas.microsoft.com/office/drawing/2014/main" id="{6E54EA5A-BFB3-1AC1-B59F-397B8A60773B}"/>
              </a:ext>
            </a:extLst>
          </p:cNvPr>
          <p:cNvSpPr txBox="1"/>
          <p:nvPr/>
        </p:nvSpPr>
        <p:spPr>
          <a:xfrm>
            <a:off x="2539335" y="341324"/>
            <a:ext cx="9637722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HIỆN TRẠNG VẬN HÀNH </a:t>
            </a:r>
            <a:r>
              <a:rPr lang="vi-VN" b="1" dirty="0">
                <a:solidFill>
                  <a:schemeClr val="bg1"/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HỆ </a:t>
            </a:r>
            <a:r>
              <a:rPr lang="vi-VN" b="1">
                <a:solidFill>
                  <a:schemeClr val="bg1"/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THỐNG </a:t>
            </a:r>
            <a:r>
              <a:rPr lang="en-US" b="1">
                <a:solidFill>
                  <a:schemeClr val="bg1"/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SERVER CACK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B04FB3-62D8-A6FD-C077-5013E768C07D}"/>
              </a:ext>
            </a:extLst>
          </p:cNvPr>
          <p:cNvSpPr txBox="1"/>
          <p:nvPr/>
        </p:nvSpPr>
        <p:spPr>
          <a:xfrm>
            <a:off x="392635" y="1153040"/>
            <a:ext cx="11251726" cy="5856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defTabSz="514350">
              <a:lnSpc>
                <a:spcPct val="150000"/>
              </a:lnSpc>
            </a:pPr>
            <a:r>
              <a:rPr lang="vi-VN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tại</a:t>
            </a: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vi-VN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hệ </a:t>
            </a:r>
            <a:r>
              <a:rPr lang="vi-VN" sz="19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thống </a:t>
            </a:r>
            <a:r>
              <a:rPr lang="en-US" sz="19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server CACK </a:t>
            </a:r>
            <a:r>
              <a:rPr lang="vi-VN" sz="19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 </a:t>
            </a:r>
            <a:r>
              <a:rPr lang="vi-VN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cấp nguồn từ </a:t>
            </a:r>
            <a:r>
              <a:rPr lang="en-US" sz="190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tủ</a:t>
            </a:r>
            <a:r>
              <a:rPr lang="vi-VN" sz="19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điện NSB-GND-06</a:t>
            </a:r>
            <a:r>
              <a:rPr lang="en-US" sz="19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vi-VN" sz="19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Vì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cấp</a:t>
            </a: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tủ</a:t>
            </a: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điện</a:t>
            </a: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tổng</a:t>
            </a: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duy</a:t>
            </a: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nhất</a:t>
            </a: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nên</a:t>
            </a: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đang tồn tại các vấn đề</a:t>
            </a:r>
            <a:r>
              <a:rPr lang="vi-VN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</a:t>
            </a:r>
            <a:r>
              <a:rPr lang="vi-VN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 algn="just" defTabSz="46196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Khi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tắt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dưỡng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19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kỳ phòng LT2 </a:t>
            </a:r>
            <a:r>
              <a:rPr lang="en-US" sz="19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lang="en-US" sz="19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năm tại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tủ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19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NMB-PTB-03 và</a:t>
            </a:r>
            <a:r>
              <a:rPr lang="en-US" sz="19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bảo trì trục</a:t>
            </a:r>
            <a:r>
              <a:rPr lang="en-US" sz="19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LC6 sẽ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cắt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9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server CACK</a:t>
            </a:r>
            <a:endParaRPr lang="en-US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461963">
              <a:lnSpc>
                <a:spcPct val="150000"/>
              </a:lnSpc>
            </a:pPr>
            <a:r>
              <a:rPr lang="vi-VN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vi-VN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Gián </a:t>
            </a:r>
            <a:r>
              <a:rPr lang="vi-VN" sz="1900" b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đoạn nguồn</a:t>
            </a:r>
            <a:r>
              <a:rPr lang="en-US" sz="1900" b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hệ thống server của CACK</a:t>
            </a:r>
            <a:r>
              <a:rPr lang="vi-VN" sz="1900" b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46196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Khi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tủ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19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NSB-GND-06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9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trip MCCB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gián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9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server của CACK</a:t>
            </a:r>
            <a:r>
              <a:rPr lang="en-US" sz="1900" i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900" i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461963">
              <a:lnSpc>
                <a:spcPct val="150000"/>
              </a:lnSpc>
            </a:pPr>
            <a:r>
              <a:rPr lang="vi-VN" sz="19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vi-VN" sz="19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Phòng CACK bị mất điện, </a:t>
            </a:r>
            <a:r>
              <a:rPr lang="en-US" sz="19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19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 sz="19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19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thác</a:t>
            </a:r>
            <a:r>
              <a:rPr lang="en-US" sz="19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900" b="1" i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46196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chữa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tủ</a:t>
            </a:r>
            <a:r>
              <a:rPr lang="en-US" sz="19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NSB-GND-06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cắt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9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server của CACK.</a:t>
            </a:r>
            <a:r>
              <a:rPr lang="vi-VN" sz="19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900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Ví </a:t>
            </a:r>
            <a:r>
              <a:rPr lang="en-US" sz="19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19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19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19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cắt</a:t>
            </a:r>
            <a:r>
              <a:rPr lang="en-US" sz="19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19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i="1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tủ</a:t>
            </a:r>
            <a:r>
              <a:rPr lang="en-US" sz="1900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NSB-GND-06 </a:t>
            </a:r>
            <a:r>
              <a:rPr lang="en-US" sz="19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9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đấu</a:t>
            </a:r>
            <a:r>
              <a:rPr lang="en-US" sz="19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19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9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i="1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900" i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hay bảo trì tủ điện.</a:t>
            </a:r>
            <a:endParaRPr lang="en-US" sz="19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461963">
              <a:lnSpc>
                <a:spcPct val="150000"/>
              </a:lnSpc>
            </a:pPr>
            <a:r>
              <a:rPr lang="vi-VN" sz="19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vi-VN" sz="19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Phòng CACK bị mất điện, ảnh hưởng khai thác.</a:t>
            </a:r>
            <a:endParaRPr lang="en-US" sz="1900" b="1" i="1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461963">
              <a:lnSpc>
                <a:spcPct val="150000"/>
              </a:lnSpc>
            </a:pPr>
            <a:endParaRPr lang="en-US" sz="1900" b="1" i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251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D42DA-36B6-C1F3-949A-EBB1B1A2D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EBAE1EAF-44A6-1FBB-CCDC-DD3FE2B97A41}"/>
              </a:ext>
            </a:extLst>
          </p:cNvPr>
          <p:cNvSpPr txBox="1"/>
          <p:nvPr/>
        </p:nvSpPr>
        <p:spPr>
          <a:xfrm>
            <a:off x="1925023" y="664166"/>
            <a:ext cx="8302351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448">
              <a:lnSpc>
                <a:spcPts val="4638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MỤC TIÊU</a:t>
            </a:r>
          </a:p>
        </p:txBody>
      </p:sp>
      <p:pic>
        <p:nvPicPr>
          <p:cNvPr id="37" name="Picture 3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DD4CC83-677A-091E-D48C-239CD814AD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4749" y="6222273"/>
            <a:ext cx="1216572" cy="425039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F84CA3AC-6875-9808-1F6C-CCCC1FA2174B}"/>
              </a:ext>
            </a:extLst>
          </p:cNvPr>
          <p:cNvSpPr txBox="1"/>
          <p:nvPr/>
        </p:nvSpPr>
        <p:spPr>
          <a:xfrm>
            <a:off x="0" y="880085"/>
            <a:ext cx="2112114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448">
              <a:lnSpc>
                <a:spcPts val="2239"/>
              </a:lnSpc>
            </a:pPr>
            <a:r>
              <a:rPr lang="en-US" sz="3999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I</a:t>
            </a:r>
          </a:p>
        </p:txBody>
      </p:sp>
      <p:sp>
        <p:nvSpPr>
          <p:cNvPr id="49" name="Freeform 3">
            <a:extLst>
              <a:ext uri="{FF2B5EF4-FFF2-40B4-BE49-F238E27FC236}">
                <a16:creationId xmlns:a16="http://schemas.microsoft.com/office/drawing/2014/main" id="{1B19A61C-0781-4A1F-6528-692863C74891}"/>
              </a:ext>
            </a:extLst>
          </p:cNvPr>
          <p:cNvSpPr/>
          <p:nvPr/>
        </p:nvSpPr>
        <p:spPr>
          <a:xfrm>
            <a:off x="2" y="1589"/>
            <a:ext cx="12188822" cy="1123155"/>
          </a:xfrm>
          <a:custGeom>
            <a:avLst/>
            <a:gdLst/>
            <a:ahLst/>
            <a:cxnLst/>
            <a:rect l="l" t="t" r="r" b="b"/>
            <a:pathLst>
              <a:path w="4816592" h="894404">
                <a:moveTo>
                  <a:pt x="0" y="0"/>
                </a:moveTo>
                <a:lnTo>
                  <a:pt x="4816592" y="0"/>
                </a:lnTo>
                <a:lnTo>
                  <a:pt x="4816592" y="894404"/>
                </a:lnTo>
                <a:lnTo>
                  <a:pt x="0" y="894404"/>
                </a:lnTo>
                <a:close/>
              </a:path>
            </a:pathLst>
          </a:custGeom>
          <a:solidFill>
            <a:srgbClr val="234093"/>
          </a:solidFill>
          <a:ln>
            <a:solidFill>
              <a:srgbClr val="24409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Freeform 7">
            <a:extLst>
              <a:ext uri="{FF2B5EF4-FFF2-40B4-BE49-F238E27FC236}">
                <a16:creationId xmlns:a16="http://schemas.microsoft.com/office/drawing/2014/main" id="{840EE641-B2DD-23DC-177F-E3309132C9FD}"/>
              </a:ext>
            </a:extLst>
          </p:cNvPr>
          <p:cNvSpPr/>
          <p:nvPr/>
        </p:nvSpPr>
        <p:spPr>
          <a:xfrm>
            <a:off x="-1" y="-13414"/>
            <a:ext cx="2326957" cy="1138158"/>
          </a:xfrm>
          <a:custGeom>
            <a:avLst/>
            <a:gdLst>
              <a:gd name="connsiteX0" fmla="*/ 0 w 1435852"/>
              <a:gd name="connsiteY0" fmla="*/ 0 h 135828"/>
              <a:gd name="connsiteX1" fmla="*/ 1435852 w 1435852"/>
              <a:gd name="connsiteY1" fmla="*/ 2124 h 135828"/>
              <a:gd name="connsiteX2" fmla="*/ 940800 w 1435852"/>
              <a:gd name="connsiteY2" fmla="*/ 135828 h 135828"/>
              <a:gd name="connsiteX3" fmla="*/ 0 w 1435852"/>
              <a:gd name="connsiteY3" fmla="*/ 135828 h 135828"/>
              <a:gd name="connsiteX4" fmla="*/ 0 w 1435852"/>
              <a:gd name="connsiteY4" fmla="*/ 0 h 135828"/>
              <a:gd name="connsiteX0" fmla="*/ 0 w 1435852"/>
              <a:gd name="connsiteY0" fmla="*/ 1063 h 133704"/>
              <a:gd name="connsiteX1" fmla="*/ 1435852 w 1435852"/>
              <a:gd name="connsiteY1" fmla="*/ 0 h 133704"/>
              <a:gd name="connsiteX2" fmla="*/ 940800 w 1435852"/>
              <a:gd name="connsiteY2" fmla="*/ 133704 h 133704"/>
              <a:gd name="connsiteX3" fmla="*/ 0 w 1435852"/>
              <a:gd name="connsiteY3" fmla="*/ 133704 h 133704"/>
              <a:gd name="connsiteX4" fmla="*/ 0 w 1435852"/>
              <a:gd name="connsiteY4" fmla="*/ 1063 h 133704"/>
              <a:gd name="connsiteX0" fmla="*/ 18112 w 1435852"/>
              <a:gd name="connsiteY0" fmla="*/ 0 h 134766"/>
              <a:gd name="connsiteX1" fmla="*/ 1435852 w 1435852"/>
              <a:gd name="connsiteY1" fmla="*/ 1062 h 134766"/>
              <a:gd name="connsiteX2" fmla="*/ 940800 w 1435852"/>
              <a:gd name="connsiteY2" fmla="*/ 134766 h 134766"/>
              <a:gd name="connsiteX3" fmla="*/ 0 w 1435852"/>
              <a:gd name="connsiteY3" fmla="*/ 134766 h 134766"/>
              <a:gd name="connsiteX4" fmla="*/ 18112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940800 w 1435852"/>
              <a:gd name="connsiteY2" fmla="*/ 134766 h 134766"/>
              <a:gd name="connsiteX3" fmla="*/ 0 w 1435852"/>
              <a:gd name="connsiteY3" fmla="*/ 134766 h 134766"/>
              <a:gd name="connsiteX4" fmla="*/ 0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1224549 w 1435852"/>
              <a:gd name="connsiteY2" fmla="*/ 134766 h 134766"/>
              <a:gd name="connsiteX3" fmla="*/ 0 w 1435852"/>
              <a:gd name="connsiteY3" fmla="*/ 134766 h 134766"/>
              <a:gd name="connsiteX4" fmla="*/ 0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1109842 w 1435852"/>
              <a:gd name="connsiteY2" fmla="*/ 133704 h 134766"/>
              <a:gd name="connsiteX3" fmla="*/ 0 w 1435852"/>
              <a:gd name="connsiteY3" fmla="*/ 134766 h 134766"/>
              <a:gd name="connsiteX4" fmla="*/ 0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1267815 w 1435852"/>
              <a:gd name="connsiteY2" fmla="*/ 65106 h 134766"/>
              <a:gd name="connsiteX3" fmla="*/ 1109842 w 1435852"/>
              <a:gd name="connsiteY3" fmla="*/ 133704 h 134766"/>
              <a:gd name="connsiteX4" fmla="*/ 0 w 1435852"/>
              <a:gd name="connsiteY4" fmla="*/ 134766 h 134766"/>
              <a:gd name="connsiteX5" fmla="*/ 0 w 1435852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3187 h 134766"/>
              <a:gd name="connsiteX2" fmla="*/ 1267815 w 1267815"/>
              <a:gd name="connsiteY2" fmla="*/ 65106 h 134766"/>
              <a:gd name="connsiteX3" fmla="*/ 1109842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109842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7953"/>
              <a:gd name="connsiteX1" fmla="*/ 1049470 w 1267815"/>
              <a:gd name="connsiteY1" fmla="*/ 0 h 137953"/>
              <a:gd name="connsiteX2" fmla="*/ 1267815 w 1267815"/>
              <a:gd name="connsiteY2" fmla="*/ 65106 h 137953"/>
              <a:gd name="connsiteX3" fmla="*/ 1043433 w 1267815"/>
              <a:gd name="connsiteY3" fmla="*/ 137953 h 137953"/>
              <a:gd name="connsiteX4" fmla="*/ 0 w 1267815"/>
              <a:gd name="connsiteY4" fmla="*/ 134766 h 137953"/>
              <a:gd name="connsiteX5" fmla="*/ 0 w 1267815"/>
              <a:gd name="connsiteY5" fmla="*/ 0 h 137953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049471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049471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049471 w 1267815"/>
              <a:gd name="connsiteY3" fmla="*/ 134766 h 134766"/>
              <a:gd name="connsiteX4" fmla="*/ 0 w 1267815"/>
              <a:gd name="connsiteY4" fmla="*/ 134766 h 134766"/>
              <a:gd name="connsiteX5" fmla="*/ 0 w 1267815"/>
              <a:gd name="connsiteY5" fmla="*/ 0 h 134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7815" h="134766">
                <a:moveTo>
                  <a:pt x="0" y="0"/>
                </a:moveTo>
                <a:lnTo>
                  <a:pt x="1049470" y="0"/>
                </a:lnTo>
                <a:lnTo>
                  <a:pt x="1267815" y="65106"/>
                </a:lnTo>
                <a:lnTo>
                  <a:pt x="1049471" y="134766"/>
                </a:lnTo>
                <a:lnTo>
                  <a:pt x="0" y="134766"/>
                </a:lnTo>
                <a:lnTo>
                  <a:pt x="0" y="0"/>
                </a:lnTo>
                <a:close/>
              </a:path>
            </a:pathLst>
          </a:custGeom>
          <a:solidFill>
            <a:srgbClr val="42C1C7"/>
          </a:solidFill>
        </p:spPr>
        <p:txBody>
          <a:bodyPr anchor="ctr"/>
          <a:lstStyle/>
          <a:p>
            <a:pPr algn="ctr" defTabSz="609448"/>
            <a:endParaRPr lang="en-US" sz="3199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57D30DE-6576-2C87-10E4-8FDBB3C40096}"/>
              </a:ext>
            </a:extLst>
          </p:cNvPr>
          <p:cNvSpPr txBox="1"/>
          <p:nvPr/>
        </p:nvSpPr>
        <p:spPr>
          <a:xfrm>
            <a:off x="257165" y="256473"/>
            <a:ext cx="2029755" cy="584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448"/>
            <a:r>
              <a:rPr lang="en-US" sz="3199" b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PHẦN 2</a:t>
            </a:r>
            <a:endParaRPr lang="en-US" sz="3199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5">
            <a:extLst>
              <a:ext uri="{FF2B5EF4-FFF2-40B4-BE49-F238E27FC236}">
                <a16:creationId xmlns:a16="http://schemas.microsoft.com/office/drawing/2014/main" id="{FE873DE6-8767-B4E8-AA81-6F359FF876E9}"/>
              </a:ext>
            </a:extLst>
          </p:cNvPr>
          <p:cNvSpPr txBox="1"/>
          <p:nvPr/>
        </p:nvSpPr>
        <p:spPr>
          <a:xfrm>
            <a:off x="2539335" y="341324"/>
            <a:ext cx="9637722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vi-VN" b="1">
                <a:solidFill>
                  <a:schemeClr val="bg1"/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PHƯƠNG ÁN CẢI TẠO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B8B5A8-7817-1C15-0C0E-6E3D25E5F808}"/>
              </a:ext>
            </a:extLst>
          </p:cNvPr>
          <p:cNvSpPr/>
          <p:nvPr/>
        </p:nvSpPr>
        <p:spPr>
          <a:xfrm>
            <a:off x="327790" y="1142596"/>
            <a:ext cx="2518638" cy="5799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B07DAF6-BE7F-2C5C-5D63-2A7BEFBC86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389" y="5754057"/>
            <a:ext cx="1656184" cy="10738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2C0FFBD-2A1B-EF59-9DB9-BA89A969F58C}"/>
              </a:ext>
            </a:extLst>
          </p:cNvPr>
          <p:cNvSpPr/>
          <p:nvPr/>
        </p:nvSpPr>
        <p:spPr>
          <a:xfrm>
            <a:off x="3876760" y="1157040"/>
            <a:ext cx="1528656" cy="366462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chemeClr val="tx1"/>
                </a:solidFill>
              </a:rPr>
              <a:t>NSB-GND-06</a:t>
            </a: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E87A5F29-2A93-ED56-3BD9-A1E5C77BC7F3}"/>
              </a:ext>
            </a:extLst>
          </p:cNvPr>
          <p:cNvCxnSpPr>
            <a:cxnSpLocks/>
            <a:stCxn id="16" idx="0"/>
            <a:endCxn id="41" idx="0"/>
          </p:cNvCxnSpPr>
          <p:nvPr/>
        </p:nvCxnSpPr>
        <p:spPr>
          <a:xfrm rot="5400000" flipH="1" flipV="1">
            <a:off x="6745393" y="2247551"/>
            <a:ext cx="10222" cy="4218833"/>
          </a:xfrm>
          <a:prstGeom prst="bentConnector3">
            <a:avLst>
              <a:gd name="adj1" fmla="val 2336353"/>
            </a:avLst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0ACE7A9F-0332-CF86-89BD-AD89372D6A42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6706480" y="3835744"/>
            <a:ext cx="0" cy="31333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9A6ABD2A-0F7A-769F-6F5F-E593D31F283D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6706480" y="5589240"/>
            <a:ext cx="1" cy="1648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5D801A19-15F9-4248-26F2-C48B98BF1832}"/>
              </a:ext>
            </a:extLst>
          </p:cNvPr>
          <p:cNvGrpSpPr/>
          <p:nvPr/>
        </p:nvGrpSpPr>
        <p:grpSpPr>
          <a:xfrm>
            <a:off x="661075" y="1157040"/>
            <a:ext cx="8933969" cy="5464330"/>
            <a:chOff x="661075" y="1157040"/>
            <a:chExt cx="8933969" cy="5464330"/>
          </a:xfrm>
        </p:grpSpPr>
        <p:cxnSp>
          <p:nvCxnSpPr>
            <p:cNvPr id="46" name="Connector: Elbow 45">
              <a:extLst>
                <a:ext uri="{FF2B5EF4-FFF2-40B4-BE49-F238E27FC236}">
                  <a16:creationId xmlns:a16="http://schemas.microsoft.com/office/drawing/2014/main" id="{D12847C7-EE42-6711-212D-0F4F611277CB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7060877" y="1992796"/>
              <a:ext cx="1327180" cy="915614"/>
            </a:xfrm>
            <a:prstGeom prst="bentConnector3">
              <a:avLst>
                <a:gd name="adj1" fmla="val 99720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or: Elbow 57">
              <a:extLst>
                <a:ext uri="{FF2B5EF4-FFF2-40B4-BE49-F238E27FC236}">
                  <a16:creationId xmlns:a16="http://schemas.microsoft.com/office/drawing/2014/main" id="{1CC54168-C8FE-A975-C5C6-ABF10D96EB37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5086300" y="2027805"/>
              <a:ext cx="1190112" cy="880605"/>
            </a:xfrm>
            <a:prstGeom prst="bentConnector3">
              <a:avLst>
                <a:gd name="adj1" fmla="val 99902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7F70878B-3ED4-FBD0-CFC9-777BB0F5D556}"/>
                </a:ext>
              </a:extLst>
            </p:cNvPr>
            <p:cNvGrpSpPr/>
            <p:nvPr/>
          </p:nvGrpSpPr>
          <p:grpSpPr>
            <a:xfrm>
              <a:off x="661075" y="1157040"/>
              <a:ext cx="8933969" cy="5464330"/>
              <a:chOff x="661075" y="1157040"/>
              <a:chExt cx="8933969" cy="5464330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7099F33-FED5-29CC-43EC-E47DD401D3CE}"/>
                  </a:ext>
                </a:extLst>
              </p:cNvPr>
              <p:cNvSpPr txBox="1"/>
              <p:nvPr/>
            </p:nvSpPr>
            <p:spPr>
              <a:xfrm>
                <a:off x="693812" y="2058825"/>
                <a:ext cx="1944216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Tủ phân phối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F6A3C1-446A-6884-4FE9-E80D493EBF08}"/>
                  </a:ext>
                </a:extLst>
              </p:cNvPr>
              <p:cNvSpPr txBox="1"/>
              <p:nvPr/>
            </p:nvSpPr>
            <p:spPr>
              <a:xfrm>
                <a:off x="661075" y="4602133"/>
                <a:ext cx="1944216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CB cấp nguồn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38FBE34-DC56-32E9-9DAD-310B9532E678}"/>
                  </a:ext>
                </a:extLst>
              </p:cNvPr>
              <p:cNvSpPr txBox="1"/>
              <p:nvPr/>
            </p:nvSpPr>
            <p:spPr>
              <a:xfrm>
                <a:off x="687663" y="6159705"/>
                <a:ext cx="1944216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Phụ tải</a:t>
                </a:r>
              </a:p>
            </p:txBody>
          </p: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10B534C4-F65F-2AC7-172F-3B1456B08A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001" t="34250" r="52800" b="42650"/>
              <a:stretch>
                <a:fillRect/>
              </a:stretch>
            </p:blipFill>
            <p:spPr>
              <a:xfrm>
                <a:off x="4169224" y="4362078"/>
                <a:ext cx="943728" cy="103942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A4E3A663-47F6-C6FA-C3C1-9744BF887E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8347" t="12981" r="14343" b="11424"/>
              <a:stretch>
                <a:fillRect/>
              </a:stretch>
            </p:blipFill>
            <p:spPr>
              <a:xfrm>
                <a:off x="4150196" y="1559686"/>
                <a:ext cx="936104" cy="936237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A577AD16-07E5-1A47-625A-07471892C5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8347" t="12981" r="14343" b="11424"/>
              <a:stretch>
                <a:fillRect/>
              </a:stretch>
            </p:blipFill>
            <p:spPr>
              <a:xfrm>
                <a:off x="8395681" y="1551300"/>
                <a:ext cx="936104" cy="936237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</p:pic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151D3AE-BB01-05F2-7246-3E4D501D97B1}"/>
                  </a:ext>
                </a:extLst>
              </p:cNvPr>
              <p:cNvSpPr/>
              <p:nvPr/>
            </p:nvSpPr>
            <p:spPr>
              <a:xfrm>
                <a:off x="8066388" y="1157040"/>
                <a:ext cx="1528656" cy="366462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>
                    <a:solidFill>
                      <a:schemeClr val="tx1"/>
                    </a:solidFill>
                  </a:rPr>
                  <a:t>NSB-GND-04</a:t>
                </a:r>
              </a:p>
            </p:txBody>
          </p:sp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EE210706-D89D-BC2F-BF53-BB3DD2147E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101" b="18501"/>
              <a:stretch>
                <a:fillRect/>
              </a:stretch>
            </p:blipFill>
            <p:spPr>
              <a:xfrm>
                <a:off x="5878388" y="2935033"/>
                <a:ext cx="1656184" cy="90071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45D9487F-EADB-BC5C-496A-487B05A396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001" t="34250" r="52800" b="42650"/>
              <a:stretch>
                <a:fillRect/>
              </a:stretch>
            </p:blipFill>
            <p:spPr>
              <a:xfrm>
                <a:off x="8388057" y="4351856"/>
                <a:ext cx="943728" cy="103942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A935911-2848-CECD-0416-F3ECDC0720F2}"/>
                  </a:ext>
                </a:extLst>
              </p:cNvPr>
              <p:cNvSpPr txBox="1"/>
              <p:nvPr/>
            </p:nvSpPr>
            <p:spPr>
              <a:xfrm>
                <a:off x="687663" y="3259025"/>
                <a:ext cx="1944216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/>
                  <a:t>ATS</a:t>
                </a: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317EB298-029B-1E75-F2DA-51DF98B8BBD9}"/>
                  </a:ext>
                </a:extLst>
              </p:cNvPr>
              <p:cNvSpPr/>
              <p:nvPr/>
            </p:nvSpPr>
            <p:spPr>
              <a:xfrm>
                <a:off x="5177824" y="4205659"/>
                <a:ext cx="916588" cy="486078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>
                    <a:solidFill>
                      <a:schemeClr val="tx1"/>
                    </a:solidFill>
                  </a:rPr>
                  <a:t>MCB UPS 1</a:t>
                </a: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644C1FA8-7D98-5658-D6FF-FFB58746A1B5}"/>
                  </a:ext>
                </a:extLst>
              </p:cNvPr>
              <p:cNvSpPr/>
              <p:nvPr/>
            </p:nvSpPr>
            <p:spPr>
              <a:xfrm>
                <a:off x="7358196" y="4205659"/>
                <a:ext cx="916588" cy="486078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>
                    <a:solidFill>
                      <a:schemeClr val="tx1"/>
                    </a:solidFill>
                  </a:rPr>
                  <a:t>MCB UPS 2</a:t>
                </a:r>
              </a:p>
            </p:txBody>
          </p:sp>
        </p:grpSp>
      </p:grp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92B4856D-A515-22C6-8FE6-0A3D946B013A}"/>
              </a:ext>
            </a:extLst>
          </p:cNvPr>
          <p:cNvCxnSpPr>
            <a:cxnSpLocks/>
          </p:cNvCxnSpPr>
          <p:nvPr/>
        </p:nvCxnSpPr>
        <p:spPr>
          <a:xfrm>
            <a:off x="4641087" y="5589240"/>
            <a:ext cx="4189629" cy="0"/>
          </a:xfrm>
          <a:prstGeom prst="line">
            <a:avLst/>
          </a:prstGeom>
          <a:ln w="38100" cap="sq">
            <a:headEnd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C9690244-285F-5E7D-0E1B-C1138BD49A67}"/>
              </a:ext>
            </a:extLst>
          </p:cNvPr>
          <p:cNvCxnSpPr>
            <a:cxnSpLocks/>
          </p:cNvCxnSpPr>
          <p:nvPr/>
        </p:nvCxnSpPr>
        <p:spPr>
          <a:xfrm>
            <a:off x="4641088" y="5411905"/>
            <a:ext cx="0" cy="17733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C0D3265D-42F1-445C-7010-3B84C703699D}"/>
              </a:ext>
            </a:extLst>
          </p:cNvPr>
          <p:cNvCxnSpPr>
            <a:cxnSpLocks/>
          </p:cNvCxnSpPr>
          <p:nvPr/>
        </p:nvCxnSpPr>
        <p:spPr>
          <a:xfrm>
            <a:off x="8830716" y="5401505"/>
            <a:ext cx="0" cy="17733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795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925023" y="664166"/>
            <a:ext cx="8302351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448">
              <a:lnSpc>
                <a:spcPts val="4638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MỤC TIÊU</a:t>
            </a:r>
          </a:p>
        </p:txBody>
      </p:sp>
      <p:pic>
        <p:nvPicPr>
          <p:cNvPr id="37" name="Picture 3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9CFEF01-070A-BA75-81D5-9E7848C3FA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4749" y="6222273"/>
            <a:ext cx="1216572" cy="425039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AB3E4042-0577-CE28-85A2-C539284F155E}"/>
              </a:ext>
            </a:extLst>
          </p:cNvPr>
          <p:cNvSpPr txBox="1"/>
          <p:nvPr/>
        </p:nvSpPr>
        <p:spPr>
          <a:xfrm>
            <a:off x="0" y="880085"/>
            <a:ext cx="2112114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448">
              <a:lnSpc>
                <a:spcPts val="2239"/>
              </a:lnSpc>
            </a:pPr>
            <a:r>
              <a:rPr lang="en-US" sz="3999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I</a:t>
            </a:r>
          </a:p>
        </p:txBody>
      </p:sp>
      <p:sp>
        <p:nvSpPr>
          <p:cNvPr id="49" name="Freeform 3">
            <a:extLst>
              <a:ext uri="{FF2B5EF4-FFF2-40B4-BE49-F238E27FC236}">
                <a16:creationId xmlns:a16="http://schemas.microsoft.com/office/drawing/2014/main" id="{A5E4B8AF-88D2-F081-6D15-33F6DB0829BB}"/>
              </a:ext>
            </a:extLst>
          </p:cNvPr>
          <p:cNvSpPr/>
          <p:nvPr/>
        </p:nvSpPr>
        <p:spPr>
          <a:xfrm>
            <a:off x="2" y="1589"/>
            <a:ext cx="12188822" cy="1123155"/>
          </a:xfrm>
          <a:custGeom>
            <a:avLst/>
            <a:gdLst/>
            <a:ahLst/>
            <a:cxnLst/>
            <a:rect l="l" t="t" r="r" b="b"/>
            <a:pathLst>
              <a:path w="4816592" h="894404">
                <a:moveTo>
                  <a:pt x="0" y="0"/>
                </a:moveTo>
                <a:lnTo>
                  <a:pt x="4816592" y="0"/>
                </a:lnTo>
                <a:lnTo>
                  <a:pt x="4816592" y="894404"/>
                </a:lnTo>
                <a:lnTo>
                  <a:pt x="0" y="894404"/>
                </a:lnTo>
                <a:close/>
              </a:path>
            </a:pathLst>
          </a:custGeom>
          <a:solidFill>
            <a:srgbClr val="234093"/>
          </a:solidFill>
          <a:ln>
            <a:solidFill>
              <a:srgbClr val="24409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Freeform 7">
            <a:extLst>
              <a:ext uri="{FF2B5EF4-FFF2-40B4-BE49-F238E27FC236}">
                <a16:creationId xmlns:a16="http://schemas.microsoft.com/office/drawing/2014/main" id="{89B35A60-6CF3-3AE2-7681-15626E09BA20}"/>
              </a:ext>
            </a:extLst>
          </p:cNvPr>
          <p:cNvSpPr/>
          <p:nvPr/>
        </p:nvSpPr>
        <p:spPr>
          <a:xfrm>
            <a:off x="-1" y="-13414"/>
            <a:ext cx="2326957" cy="1138158"/>
          </a:xfrm>
          <a:custGeom>
            <a:avLst/>
            <a:gdLst>
              <a:gd name="connsiteX0" fmla="*/ 0 w 1435852"/>
              <a:gd name="connsiteY0" fmla="*/ 0 h 135828"/>
              <a:gd name="connsiteX1" fmla="*/ 1435852 w 1435852"/>
              <a:gd name="connsiteY1" fmla="*/ 2124 h 135828"/>
              <a:gd name="connsiteX2" fmla="*/ 940800 w 1435852"/>
              <a:gd name="connsiteY2" fmla="*/ 135828 h 135828"/>
              <a:gd name="connsiteX3" fmla="*/ 0 w 1435852"/>
              <a:gd name="connsiteY3" fmla="*/ 135828 h 135828"/>
              <a:gd name="connsiteX4" fmla="*/ 0 w 1435852"/>
              <a:gd name="connsiteY4" fmla="*/ 0 h 135828"/>
              <a:gd name="connsiteX0" fmla="*/ 0 w 1435852"/>
              <a:gd name="connsiteY0" fmla="*/ 1063 h 133704"/>
              <a:gd name="connsiteX1" fmla="*/ 1435852 w 1435852"/>
              <a:gd name="connsiteY1" fmla="*/ 0 h 133704"/>
              <a:gd name="connsiteX2" fmla="*/ 940800 w 1435852"/>
              <a:gd name="connsiteY2" fmla="*/ 133704 h 133704"/>
              <a:gd name="connsiteX3" fmla="*/ 0 w 1435852"/>
              <a:gd name="connsiteY3" fmla="*/ 133704 h 133704"/>
              <a:gd name="connsiteX4" fmla="*/ 0 w 1435852"/>
              <a:gd name="connsiteY4" fmla="*/ 1063 h 133704"/>
              <a:gd name="connsiteX0" fmla="*/ 18112 w 1435852"/>
              <a:gd name="connsiteY0" fmla="*/ 0 h 134766"/>
              <a:gd name="connsiteX1" fmla="*/ 1435852 w 1435852"/>
              <a:gd name="connsiteY1" fmla="*/ 1062 h 134766"/>
              <a:gd name="connsiteX2" fmla="*/ 940800 w 1435852"/>
              <a:gd name="connsiteY2" fmla="*/ 134766 h 134766"/>
              <a:gd name="connsiteX3" fmla="*/ 0 w 1435852"/>
              <a:gd name="connsiteY3" fmla="*/ 134766 h 134766"/>
              <a:gd name="connsiteX4" fmla="*/ 18112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940800 w 1435852"/>
              <a:gd name="connsiteY2" fmla="*/ 134766 h 134766"/>
              <a:gd name="connsiteX3" fmla="*/ 0 w 1435852"/>
              <a:gd name="connsiteY3" fmla="*/ 134766 h 134766"/>
              <a:gd name="connsiteX4" fmla="*/ 0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1224549 w 1435852"/>
              <a:gd name="connsiteY2" fmla="*/ 134766 h 134766"/>
              <a:gd name="connsiteX3" fmla="*/ 0 w 1435852"/>
              <a:gd name="connsiteY3" fmla="*/ 134766 h 134766"/>
              <a:gd name="connsiteX4" fmla="*/ 0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1109842 w 1435852"/>
              <a:gd name="connsiteY2" fmla="*/ 133704 h 134766"/>
              <a:gd name="connsiteX3" fmla="*/ 0 w 1435852"/>
              <a:gd name="connsiteY3" fmla="*/ 134766 h 134766"/>
              <a:gd name="connsiteX4" fmla="*/ 0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1267815 w 1435852"/>
              <a:gd name="connsiteY2" fmla="*/ 65106 h 134766"/>
              <a:gd name="connsiteX3" fmla="*/ 1109842 w 1435852"/>
              <a:gd name="connsiteY3" fmla="*/ 133704 h 134766"/>
              <a:gd name="connsiteX4" fmla="*/ 0 w 1435852"/>
              <a:gd name="connsiteY4" fmla="*/ 134766 h 134766"/>
              <a:gd name="connsiteX5" fmla="*/ 0 w 1435852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3187 h 134766"/>
              <a:gd name="connsiteX2" fmla="*/ 1267815 w 1267815"/>
              <a:gd name="connsiteY2" fmla="*/ 65106 h 134766"/>
              <a:gd name="connsiteX3" fmla="*/ 1109842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109842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7953"/>
              <a:gd name="connsiteX1" fmla="*/ 1049470 w 1267815"/>
              <a:gd name="connsiteY1" fmla="*/ 0 h 137953"/>
              <a:gd name="connsiteX2" fmla="*/ 1267815 w 1267815"/>
              <a:gd name="connsiteY2" fmla="*/ 65106 h 137953"/>
              <a:gd name="connsiteX3" fmla="*/ 1043433 w 1267815"/>
              <a:gd name="connsiteY3" fmla="*/ 137953 h 137953"/>
              <a:gd name="connsiteX4" fmla="*/ 0 w 1267815"/>
              <a:gd name="connsiteY4" fmla="*/ 134766 h 137953"/>
              <a:gd name="connsiteX5" fmla="*/ 0 w 1267815"/>
              <a:gd name="connsiteY5" fmla="*/ 0 h 137953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049471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049471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049471 w 1267815"/>
              <a:gd name="connsiteY3" fmla="*/ 134766 h 134766"/>
              <a:gd name="connsiteX4" fmla="*/ 0 w 1267815"/>
              <a:gd name="connsiteY4" fmla="*/ 134766 h 134766"/>
              <a:gd name="connsiteX5" fmla="*/ 0 w 1267815"/>
              <a:gd name="connsiteY5" fmla="*/ 0 h 134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7815" h="134766">
                <a:moveTo>
                  <a:pt x="0" y="0"/>
                </a:moveTo>
                <a:lnTo>
                  <a:pt x="1049470" y="0"/>
                </a:lnTo>
                <a:lnTo>
                  <a:pt x="1267815" y="65106"/>
                </a:lnTo>
                <a:lnTo>
                  <a:pt x="1049471" y="134766"/>
                </a:lnTo>
                <a:lnTo>
                  <a:pt x="0" y="134766"/>
                </a:lnTo>
                <a:lnTo>
                  <a:pt x="0" y="0"/>
                </a:lnTo>
                <a:close/>
              </a:path>
            </a:pathLst>
          </a:custGeom>
          <a:solidFill>
            <a:srgbClr val="42C1C7"/>
          </a:solidFill>
        </p:spPr>
        <p:txBody>
          <a:bodyPr anchor="ctr"/>
          <a:lstStyle/>
          <a:p>
            <a:pPr algn="ctr" defTabSz="609448"/>
            <a:endParaRPr lang="en-US" sz="3199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C13B13A-7390-144F-19BA-8E93AC8D6B0A}"/>
              </a:ext>
            </a:extLst>
          </p:cNvPr>
          <p:cNvSpPr txBox="1"/>
          <p:nvPr/>
        </p:nvSpPr>
        <p:spPr>
          <a:xfrm>
            <a:off x="257165" y="256473"/>
            <a:ext cx="2029755" cy="584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448"/>
            <a:r>
              <a:rPr lang="en-US" sz="3199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PHẦN 2</a:t>
            </a:r>
          </a:p>
        </p:txBody>
      </p:sp>
      <p:sp>
        <p:nvSpPr>
          <p:cNvPr id="40" name="TextBox 5">
            <a:extLst>
              <a:ext uri="{FF2B5EF4-FFF2-40B4-BE49-F238E27FC236}">
                <a16:creationId xmlns:a16="http://schemas.microsoft.com/office/drawing/2014/main" id="{6E54EA5A-BFB3-1AC1-B59F-397B8A60773B}"/>
              </a:ext>
            </a:extLst>
          </p:cNvPr>
          <p:cNvSpPr txBox="1"/>
          <p:nvPr/>
        </p:nvSpPr>
        <p:spPr>
          <a:xfrm>
            <a:off x="2539335" y="341324"/>
            <a:ext cx="9637722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vi-VN" b="1" dirty="0">
                <a:solidFill>
                  <a:schemeClr val="bg1"/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PHƯƠNG ÁN CẢI TẠO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B04FB3-62D8-A6FD-C077-5013E768C07D}"/>
              </a:ext>
            </a:extLst>
          </p:cNvPr>
          <p:cNvSpPr txBox="1"/>
          <p:nvPr/>
        </p:nvSpPr>
        <p:spPr>
          <a:xfrm>
            <a:off x="408619" y="1144935"/>
            <a:ext cx="11480341" cy="4560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Phương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vi-V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742950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b="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Kéo thêm một tuyến cáp </a:t>
            </a:r>
            <a:r>
              <a:rPr lang="en-US" b="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16mm² </a:t>
            </a:r>
            <a:r>
              <a:rPr lang="vi-VN" b="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từ </a:t>
            </a:r>
            <a:r>
              <a:rPr lang="en-US" b="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tủ</a:t>
            </a:r>
            <a:r>
              <a:rPr lang="vi-VN" b="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điện </a:t>
            </a:r>
            <a:r>
              <a:rPr lang="en-US" b="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NSB-GND-04</a:t>
            </a:r>
            <a:r>
              <a:rPr lang="vi-VN" b="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b="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đến </a:t>
            </a:r>
            <a:r>
              <a:rPr lang="vi-VN" b="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phòng </a:t>
            </a:r>
            <a:r>
              <a:rPr lang="en-US" b="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LC6-GND</a:t>
            </a:r>
            <a:r>
              <a:rPr lang="vi-VN" b="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en-US" b="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b="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Lắp thêm một tủ điện tại </a:t>
            </a:r>
            <a:r>
              <a:rPr lang="vi-VN" b="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phòng </a:t>
            </a:r>
            <a:r>
              <a:rPr lang="en-US" b="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LC6-GND </a:t>
            </a:r>
            <a:r>
              <a:rPr lang="vi-VN" b="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để </a:t>
            </a:r>
            <a:r>
              <a:rPr lang="vi-VN" b="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đặt bộ ATS (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Transfer Switch) tự động chuyển nguồn</a:t>
            </a:r>
            <a:r>
              <a:rPr lang="vi-VN" b="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à"/>
              <a:tabLst>
                <a:tab pos="742950" algn="l"/>
              </a:tabLst>
            </a:pPr>
            <a:r>
              <a:rPr lang="vi-V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Như vậy, hệ </a:t>
            </a:r>
            <a:r>
              <a:rPr lang="vi-VN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thống </a:t>
            </a:r>
            <a:r>
              <a:rPr lang="en-US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server của CACK </a:t>
            </a:r>
            <a:r>
              <a:rPr lang="vi-VN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sẽ </a:t>
            </a:r>
            <a:r>
              <a:rPr lang="vi-V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được cấp nguồn từ </a:t>
            </a:r>
            <a:r>
              <a:rPr lang="vi-VN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hai </a:t>
            </a:r>
            <a:r>
              <a:rPr lang="en-US" ker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tủ điện NSB-GND-06 và NSB-GND-04</a:t>
            </a:r>
            <a:r>
              <a:rPr lang="vi-VN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 </a:t>
            </a:r>
            <a:r>
              <a:rPr lang="en-US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Ở </a:t>
            </a:r>
            <a:r>
              <a:rPr lang="en-US" ker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</a:t>
            </a:r>
            <a:r>
              <a:rPr lang="vi-VN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rạng </a:t>
            </a:r>
            <a:r>
              <a:rPr lang="vi-V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thái hoạt động bình thường, hệ thống sẽ lấy nguồn </a:t>
            </a:r>
            <a:r>
              <a:rPr lang="vi-VN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từ </a:t>
            </a:r>
            <a:r>
              <a:rPr lang="en-US" ker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tủ NSB-GND-06</a:t>
            </a:r>
            <a:r>
              <a:rPr lang="vi-VN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 Khi </a:t>
            </a:r>
            <a:r>
              <a:rPr lang="en-US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tủ</a:t>
            </a:r>
            <a:r>
              <a:rPr lang="vi-VN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vi-V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này bị mất điện, bộ ATS sẽ tự động chuyển nguồn </a:t>
            </a:r>
            <a:r>
              <a:rPr lang="vi-VN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qua </a:t>
            </a:r>
            <a:r>
              <a:rPr lang="en-US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tủ</a:t>
            </a:r>
            <a:r>
              <a:rPr lang="vi-VN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vi-V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còn lại, đảm bảo hoạt động liên tục cho hệ </a:t>
            </a:r>
            <a:r>
              <a:rPr lang="vi-VN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thống </a:t>
            </a:r>
            <a:r>
              <a:rPr lang="en-US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server</a:t>
            </a:r>
            <a:r>
              <a:rPr lang="vi-VN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</a:t>
            </a:r>
            <a:endParaRPr lang="vi-VN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28669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5A7BD-4D79-B5A9-91D8-E099507C4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3E770ECD-B2D4-A7B3-76A1-C376BAD574F7}"/>
              </a:ext>
            </a:extLst>
          </p:cNvPr>
          <p:cNvSpPr txBox="1"/>
          <p:nvPr/>
        </p:nvSpPr>
        <p:spPr>
          <a:xfrm>
            <a:off x="1925023" y="664166"/>
            <a:ext cx="8302351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448">
              <a:lnSpc>
                <a:spcPts val="4638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MỤC TIÊU</a:t>
            </a:r>
          </a:p>
        </p:txBody>
      </p:sp>
      <p:pic>
        <p:nvPicPr>
          <p:cNvPr id="37" name="Picture 3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3A47DCF-19E1-CC99-497C-6DA98278FB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4749" y="6222273"/>
            <a:ext cx="1216572" cy="425039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9D2C4A0-82F6-393D-DC15-AF9E29D3B960}"/>
              </a:ext>
            </a:extLst>
          </p:cNvPr>
          <p:cNvSpPr txBox="1"/>
          <p:nvPr/>
        </p:nvSpPr>
        <p:spPr>
          <a:xfrm>
            <a:off x="0" y="880085"/>
            <a:ext cx="2112114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448">
              <a:lnSpc>
                <a:spcPts val="2239"/>
              </a:lnSpc>
            </a:pPr>
            <a:r>
              <a:rPr lang="en-US" sz="3999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I</a:t>
            </a:r>
          </a:p>
        </p:txBody>
      </p:sp>
      <p:sp>
        <p:nvSpPr>
          <p:cNvPr id="49" name="Freeform 3">
            <a:extLst>
              <a:ext uri="{FF2B5EF4-FFF2-40B4-BE49-F238E27FC236}">
                <a16:creationId xmlns:a16="http://schemas.microsoft.com/office/drawing/2014/main" id="{44D59728-0999-0D83-F283-CE6F41DBF445}"/>
              </a:ext>
            </a:extLst>
          </p:cNvPr>
          <p:cNvSpPr/>
          <p:nvPr/>
        </p:nvSpPr>
        <p:spPr>
          <a:xfrm>
            <a:off x="2" y="1589"/>
            <a:ext cx="12188822" cy="1123155"/>
          </a:xfrm>
          <a:custGeom>
            <a:avLst/>
            <a:gdLst/>
            <a:ahLst/>
            <a:cxnLst/>
            <a:rect l="l" t="t" r="r" b="b"/>
            <a:pathLst>
              <a:path w="4816592" h="894404">
                <a:moveTo>
                  <a:pt x="0" y="0"/>
                </a:moveTo>
                <a:lnTo>
                  <a:pt x="4816592" y="0"/>
                </a:lnTo>
                <a:lnTo>
                  <a:pt x="4816592" y="894404"/>
                </a:lnTo>
                <a:lnTo>
                  <a:pt x="0" y="894404"/>
                </a:lnTo>
                <a:close/>
              </a:path>
            </a:pathLst>
          </a:custGeom>
          <a:solidFill>
            <a:srgbClr val="234093"/>
          </a:solidFill>
          <a:ln>
            <a:solidFill>
              <a:srgbClr val="24409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Freeform 7">
            <a:extLst>
              <a:ext uri="{FF2B5EF4-FFF2-40B4-BE49-F238E27FC236}">
                <a16:creationId xmlns:a16="http://schemas.microsoft.com/office/drawing/2014/main" id="{6C86D781-E941-F0C1-7528-6AD17B4F8BBD}"/>
              </a:ext>
            </a:extLst>
          </p:cNvPr>
          <p:cNvSpPr/>
          <p:nvPr/>
        </p:nvSpPr>
        <p:spPr>
          <a:xfrm>
            <a:off x="-1" y="-13414"/>
            <a:ext cx="2326957" cy="1138158"/>
          </a:xfrm>
          <a:custGeom>
            <a:avLst/>
            <a:gdLst>
              <a:gd name="connsiteX0" fmla="*/ 0 w 1435852"/>
              <a:gd name="connsiteY0" fmla="*/ 0 h 135828"/>
              <a:gd name="connsiteX1" fmla="*/ 1435852 w 1435852"/>
              <a:gd name="connsiteY1" fmla="*/ 2124 h 135828"/>
              <a:gd name="connsiteX2" fmla="*/ 940800 w 1435852"/>
              <a:gd name="connsiteY2" fmla="*/ 135828 h 135828"/>
              <a:gd name="connsiteX3" fmla="*/ 0 w 1435852"/>
              <a:gd name="connsiteY3" fmla="*/ 135828 h 135828"/>
              <a:gd name="connsiteX4" fmla="*/ 0 w 1435852"/>
              <a:gd name="connsiteY4" fmla="*/ 0 h 135828"/>
              <a:gd name="connsiteX0" fmla="*/ 0 w 1435852"/>
              <a:gd name="connsiteY0" fmla="*/ 1063 h 133704"/>
              <a:gd name="connsiteX1" fmla="*/ 1435852 w 1435852"/>
              <a:gd name="connsiteY1" fmla="*/ 0 h 133704"/>
              <a:gd name="connsiteX2" fmla="*/ 940800 w 1435852"/>
              <a:gd name="connsiteY2" fmla="*/ 133704 h 133704"/>
              <a:gd name="connsiteX3" fmla="*/ 0 w 1435852"/>
              <a:gd name="connsiteY3" fmla="*/ 133704 h 133704"/>
              <a:gd name="connsiteX4" fmla="*/ 0 w 1435852"/>
              <a:gd name="connsiteY4" fmla="*/ 1063 h 133704"/>
              <a:gd name="connsiteX0" fmla="*/ 18112 w 1435852"/>
              <a:gd name="connsiteY0" fmla="*/ 0 h 134766"/>
              <a:gd name="connsiteX1" fmla="*/ 1435852 w 1435852"/>
              <a:gd name="connsiteY1" fmla="*/ 1062 h 134766"/>
              <a:gd name="connsiteX2" fmla="*/ 940800 w 1435852"/>
              <a:gd name="connsiteY2" fmla="*/ 134766 h 134766"/>
              <a:gd name="connsiteX3" fmla="*/ 0 w 1435852"/>
              <a:gd name="connsiteY3" fmla="*/ 134766 h 134766"/>
              <a:gd name="connsiteX4" fmla="*/ 18112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940800 w 1435852"/>
              <a:gd name="connsiteY2" fmla="*/ 134766 h 134766"/>
              <a:gd name="connsiteX3" fmla="*/ 0 w 1435852"/>
              <a:gd name="connsiteY3" fmla="*/ 134766 h 134766"/>
              <a:gd name="connsiteX4" fmla="*/ 0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1224549 w 1435852"/>
              <a:gd name="connsiteY2" fmla="*/ 134766 h 134766"/>
              <a:gd name="connsiteX3" fmla="*/ 0 w 1435852"/>
              <a:gd name="connsiteY3" fmla="*/ 134766 h 134766"/>
              <a:gd name="connsiteX4" fmla="*/ 0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1109842 w 1435852"/>
              <a:gd name="connsiteY2" fmla="*/ 133704 h 134766"/>
              <a:gd name="connsiteX3" fmla="*/ 0 w 1435852"/>
              <a:gd name="connsiteY3" fmla="*/ 134766 h 134766"/>
              <a:gd name="connsiteX4" fmla="*/ 0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1267815 w 1435852"/>
              <a:gd name="connsiteY2" fmla="*/ 65106 h 134766"/>
              <a:gd name="connsiteX3" fmla="*/ 1109842 w 1435852"/>
              <a:gd name="connsiteY3" fmla="*/ 133704 h 134766"/>
              <a:gd name="connsiteX4" fmla="*/ 0 w 1435852"/>
              <a:gd name="connsiteY4" fmla="*/ 134766 h 134766"/>
              <a:gd name="connsiteX5" fmla="*/ 0 w 1435852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3187 h 134766"/>
              <a:gd name="connsiteX2" fmla="*/ 1267815 w 1267815"/>
              <a:gd name="connsiteY2" fmla="*/ 65106 h 134766"/>
              <a:gd name="connsiteX3" fmla="*/ 1109842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109842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7953"/>
              <a:gd name="connsiteX1" fmla="*/ 1049470 w 1267815"/>
              <a:gd name="connsiteY1" fmla="*/ 0 h 137953"/>
              <a:gd name="connsiteX2" fmla="*/ 1267815 w 1267815"/>
              <a:gd name="connsiteY2" fmla="*/ 65106 h 137953"/>
              <a:gd name="connsiteX3" fmla="*/ 1043433 w 1267815"/>
              <a:gd name="connsiteY3" fmla="*/ 137953 h 137953"/>
              <a:gd name="connsiteX4" fmla="*/ 0 w 1267815"/>
              <a:gd name="connsiteY4" fmla="*/ 134766 h 137953"/>
              <a:gd name="connsiteX5" fmla="*/ 0 w 1267815"/>
              <a:gd name="connsiteY5" fmla="*/ 0 h 137953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049471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049471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049471 w 1267815"/>
              <a:gd name="connsiteY3" fmla="*/ 134766 h 134766"/>
              <a:gd name="connsiteX4" fmla="*/ 0 w 1267815"/>
              <a:gd name="connsiteY4" fmla="*/ 134766 h 134766"/>
              <a:gd name="connsiteX5" fmla="*/ 0 w 1267815"/>
              <a:gd name="connsiteY5" fmla="*/ 0 h 134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7815" h="134766">
                <a:moveTo>
                  <a:pt x="0" y="0"/>
                </a:moveTo>
                <a:lnTo>
                  <a:pt x="1049470" y="0"/>
                </a:lnTo>
                <a:lnTo>
                  <a:pt x="1267815" y="65106"/>
                </a:lnTo>
                <a:lnTo>
                  <a:pt x="1049471" y="134766"/>
                </a:lnTo>
                <a:lnTo>
                  <a:pt x="0" y="134766"/>
                </a:lnTo>
                <a:lnTo>
                  <a:pt x="0" y="0"/>
                </a:lnTo>
                <a:close/>
              </a:path>
            </a:pathLst>
          </a:custGeom>
          <a:solidFill>
            <a:srgbClr val="42C1C7"/>
          </a:solidFill>
        </p:spPr>
        <p:txBody>
          <a:bodyPr anchor="ctr"/>
          <a:lstStyle/>
          <a:p>
            <a:pPr algn="ctr" defTabSz="609448"/>
            <a:endParaRPr lang="en-US" sz="3199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AE072E9-4204-E694-45B8-93EF97A35039}"/>
              </a:ext>
            </a:extLst>
          </p:cNvPr>
          <p:cNvSpPr txBox="1"/>
          <p:nvPr/>
        </p:nvSpPr>
        <p:spPr>
          <a:xfrm>
            <a:off x="257165" y="256473"/>
            <a:ext cx="2029755" cy="584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448"/>
            <a:r>
              <a:rPr lang="en-US" sz="3199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PHẦN 2</a:t>
            </a:r>
          </a:p>
        </p:txBody>
      </p:sp>
      <p:sp>
        <p:nvSpPr>
          <p:cNvPr id="40" name="TextBox 5">
            <a:extLst>
              <a:ext uri="{FF2B5EF4-FFF2-40B4-BE49-F238E27FC236}">
                <a16:creationId xmlns:a16="http://schemas.microsoft.com/office/drawing/2014/main" id="{4B691744-37F5-935E-470C-AF33FA98C65B}"/>
              </a:ext>
            </a:extLst>
          </p:cNvPr>
          <p:cNvSpPr txBox="1"/>
          <p:nvPr/>
        </p:nvSpPr>
        <p:spPr>
          <a:xfrm>
            <a:off x="2539335" y="341324"/>
            <a:ext cx="9637722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vi-VN" b="1" dirty="0">
                <a:solidFill>
                  <a:schemeClr val="bg1"/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PHƯƠNG ÁN CẢI TẠO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B12158-75E5-8697-D4F7-D57544CF2107}"/>
              </a:ext>
            </a:extLst>
          </p:cNvPr>
          <p:cNvSpPr txBox="1"/>
          <p:nvPr/>
        </p:nvSpPr>
        <p:spPr>
          <a:xfrm>
            <a:off x="230695" y="1063781"/>
            <a:ext cx="11696365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Mô hình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vi-V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70D29640-F237-25F1-CA76-621476636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977059"/>
              </p:ext>
            </p:extLst>
          </p:nvPr>
        </p:nvGraphicFramePr>
        <p:xfrm>
          <a:off x="1197868" y="1627572"/>
          <a:ext cx="9637300" cy="5185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8650">
                  <a:extLst>
                    <a:ext uri="{9D8B030D-6E8A-4147-A177-3AD203B41FA5}">
                      <a16:colId xmlns:a16="http://schemas.microsoft.com/office/drawing/2014/main" val="244610400"/>
                    </a:ext>
                  </a:extLst>
                </a:gridCol>
                <a:gridCol w="4818650">
                  <a:extLst>
                    <a:ext uri="{9D8B030D-6E8A-4147-A177-3AD203B41FA5}">
                      <a16:colId xmlns:a16="http://schemas.microsoft.com/office/drawing/2014/main" val="2976106913"/>
                    </a:ext>
                  </a:extLst>
                </a:gridCol>
              </a:tblGrid>
              <a:tr h="473108">
                <a:tc>
                  <a:txBody>
                    <a:bodyPr/>
                    <a:lstStyle/>
                    <a:p>
                      <a:pPr algn="ctr"/>
                      <a:r>
                        <a:rPr lang="vi-VN" sz="2000" dirty="0">
                          <a:solidFill>
                            <a:schemeClr val="bg1"/>
                          </a:solidFill>
                          <a:latin typeface="+mj-lt"/>
                        </a:rPr>
                        <a:t>TRƯỚC CẢI TẠO</a:t>
                      </a:r>
                      <a:endParaRPr lang="en-US" sz="200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000" dirty="0">
                          <a:solidFill>
                            <a:schemeClr val="bg1"/>
                          </a:solidFill>
                          <a:latin typeface="+mj-lt"/>
                        </a:rPr>
                        <a:t>SAU CẢI TẠO</a:t>
                      </a:r>
                      <a:endParaRPr lang="en-US" sz="200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6135131"/>
                  </a:ext>
                </a:extLst>
              </a:tr>
              <a:tr h="4712695"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23409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775458"/>
                  </a:ext>
                </a:extLst>
              </a:tr>
            </a:tbl>
          </a:graphicData>
        </a:graphic>
      </p:graphicFrame>
      <p:grpSp>
        <p:nvGrpSpPr>
          <p:cNvPr id="29" name="Group 28">
            <a:extLst>
              <a:ext uri="{FF2B5EF4-FFF2-40B4-BE49-F238E27FC236}">
                <a16:creationId xmlns:a16="http://schemas.microsoft.com/office/drawing/2014/main" id="{A36B7C76-B940-2816-D7D1-E52F94B621FD}"/>
              </a:ext>
            </a:extLst>
          </p:cNvPr>
          <p:cNvGrpSpPr/>
          <p:nvPr/>
        </p:nvGrpSpPr>
        <p:grpSpPr>
          <a:xfrm>
            <a:off x="1981247" y="2348880"/>
            <a:ext cx="3018767" cy="3712202"/>
            <a:chOff x="7072091" y="2318144"/>
            <a:chExt cx="3018767" cy="3007058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1D21D21-3545-3877-4ADF-C994F00D7396}"/>
                </a:ext>
              </a:extLst>
            </p:cNvPr>
            <p:cNvCxnSpPr/>
            <p:nvPr/>
          </p:nvCxnSpPr>
          <p:spPr>
            <a:xfrm>
              <a:off x="8552209" y="2868811"/>
              <a:ext cx="0" cy="48818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F223484-4EEC-4EEC-8619-2F68887F59B5}"/>
                </a:ext>
              </a:extLst>
            </p:cNvPr>
            <p:cNvSpPr/>
            <p:nvPr/>
          </p:nvSpPr>
          <p:spPr>
            <a:xfrm>
              <a:off x="7403077" y="4593207"/>
              <a:ext cx="2298264" cy="731995"/>
            </a:xfrm>
            <a:prstGeom prst="rect">
              <a:avLst/>
            </a:prstGeom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2000"/>
                <a:t>Hệ </a:t>
              </a:r>
              <a:r>
                <a:rPr lang="en-US" sz="2000"/>
                <a:t>thống server</a:t>
              </a:r>
              <a:endParaRPr lang="en-US" sz="2000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3623B73-2A22-8B35-B9DD-3F95A5F22C2F}"/>
                </a:ext>
              </a:extLst>
            </p:cNvPr>
            <p:cNvSpPr/>
            <p:nvPr/>
          </p:nvSpPr>
          <p:spPr>
            <a:xfrm>
              <a:off x="7072091" y="2318144"/>
              <a:ext cx="3018767" cy="566705"/>
            </a:xfrm>
            <a:prstGeom prst="rect">
              <a:avLst/>
            </a:prstGeom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/>
                <a:t>NSB-GND-06</a:t>
              </a:r>
              <a:endParaRPr lang="en-US" sz="2000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98F763D-CBD9-F717-F5F2-C1B0D76F525E}"/>
                </a:ext>
              </a:extLst>
            </p:cNvPr>
            <p:cNvSpPr/>
            <p:nvPr/>
          </p:nvSpPr>
          <p:spPr>
            <a:xfrm>
              <a:off x="7354554" y="3356992"/>
              <a:ext cx="2412035" cy="731995"/>
            </a:xfrm>
            <a:prstGeom prst="rect">
              <a:avLst/>
            </a:prstGeom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2000" dirty="0"/>
                <a:t>Tủ điện điều khiển</a:t>
              </a:r>
              <a:endParaRPr lang="en-US" sz="2000" dirty="0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5D3CF81-965B-2421-AD3C-35909AFBB416}"/>
                </a:ext>
              </a:extLst>
            </p:cNvPr>
            <p:cNvCxnSpPr/>
            <p:nvPr/>
          </p:nvCxnSpPr>
          <p:spPr>
            <a:xfrm>
              <a:off x="8552209" y="4105026"/>
              <a:ext cx="0" cy="48818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974BB5D-0435-8690-FF16-B0E6DA0A5FA0}"/>
              </a:ext>
            </a:extLst>
          </p:cNvPr>
          <p:cNvGrpSpPr/>
          <p:nvPr/>
        </p:nvGrpSpPr>
        <p:grpSpPr>
          <a:xfrm>
            <a:off x="6284668" y="2291911"/>
            <a:ext cx="4204970" cy="4355401"/>
            <a:chOff x="0" y="0"/>
            <a:chExt cx="5508289" cy="674474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5C60F25-F63C-329B-47A6-D69A8B502128}"/>
                </a:ext>
              </a:extLst>
            </p:cNvPr>
            <p:cNvSpPr/>
            <p:nvPr/>
          </p:nvSpPr>
          <p:spPr>
            <a:xfrm>
              <a:off x="0" y="0"/>
              <a:ext cx="2201093" cy="695581"/>
            </a:xfrm>
            <a:prstGeom prst="rect">
              <a:avLst/>
            </a:prstGeom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800"/>
                <a:t>NSB-GND-06</a:t>
              </a:r>
              <a:endParaRPr lang="en-US" sz="1800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43E9822-33DE-BA2F-46ED-72AEEEC8EEF9}"/>
                </a:ext>
              </a:extLst>
            </p:cNvPr>
            <p:cNvSpPr/>
            <p:nvPr/>
          </p:nvSpPr>
          <p:spPr>
            <a:xfrm>
              <a:off x="3299401" y="0"/>
              <a:ext cx="2208888" cy="695581"/>
            </a:xfrm>
            <a:prstGeom prst="rect">
              <a:avLst/>
            </a:prstGeom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800"/>
                <a:t>NSB-GND-04</a:t>
              </a:r>
              <a:endParaRPr lang="en-US" sz="1800" dirty="0"/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23B80C42-56FC-1CBA-89EF-89D9BB5846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4832" y="1115312"/>
              <a:ext cx="4707646" cy="1989354"/>
            </a:xfrm>
            <a:prstGeom prst="rect">
              <a:avLst/>
            </a:prstGeom>
            <a:ln w="9525">
              <a:solidFill>
                <a:sysClr val="windowText" lastClr="000000"/>
              </a:solidFill>
            </a:ln>
          </p:spPr>
        </p:pic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4AFEAF4-C7EB-C2DB-1A87-15F9C881C723}"/>
                </a:ext>
              </a:extLst>
            </p:cNvPr>
            <p:cNvCxnSpPr/>
            <p:nvPr/>
          </p:nvCxnSpPr>
          <p:spPr>
            <a:xfrm>
              <a:off x="4388352" y="695581"/>
              <a:ext cx="7295" cy="407078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49BC5BC-2054-5FF5-1E4D-3AE6EB68BC8D}"/>
                </a:ext>
              </a:extLst>
            </p:cNvPr>
            <p:cNvCxnSpPr/>
            <p:nvPr/>
          </p:nvCxnSpPr>
          <p:spPr>
            <a:xfrm>
              <a:off x="1129121" y="695581"/>
              <a:ext cx="7295" cy="407078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695552F-429C-CD90-84B1-EC4C7D766043}"/>
                </a:ext>
              </a:extLst>
            </p:cNvPr>
            <p:cNvCxnSpPr/>
            <p:nvPr/>
          </p:nvCxnSpPr>
          <p:spPr>
            <a:xfrm flipH="1">
              <a:off x="2690683" y="4895883"/>
              <a:ext cx="11896" cy="1093993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1E17B0D-253A-1EC1-4B1C-0DB8FF984FA7}"/>
                </a:ext>
              </a:extLst>
            </p:cNvPr>
            <p:cNvSpPr/>
            <p:nvPr/>
          </p:nvSpPr>
          <p:spPr>
            <a:xfrm>
              <a:off x="1087111" y="5966582"/>
              <a:ext cx="3283323" cy="778163"/>
            </a:xfrm>
            <a:prstGeom prst="rect">
              <a:avLst/>
            </a:prstGeom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vi-VN" sz="2400">
                  <a:cs typeface="Times New Roman" panose="02020603050405020304" pitchFamily="18" charset="0"/>
                </a:rPr>
                <a:t>Hệ</a:t>
              </a:r>
              <a:r>
                <a:rPr lang="vi-VN" sz="2400" baseline="0">
                  <a:cs typeface="Times New Roman" panose="02020603050405020304" pitchFamily="18" charset="0"/>
                </a:rPr>
                <a:t> </a:t>
              </a:r>
              <a:r>
                <a:rPr lang="en-US" sz="2400" baseline="0">
                  <a:cs typeface="Times New Roman" panose="02020603050405020304" pitchFamily="18" charset="0"/>
                </a:rPr>
                <a:t>thống server</a:t>
              </a:r>
              <a:endParaRPr lang="en-US" sz="2400" dirty="0">
                <a:cs typeface="Times New Roman" panose="02020603050405020304" pitchFamily="18" charset="0"/>
              </a:endParaRP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FDC702D-B377-3D8F-5D4D-2FC707CB619A}"/>
                </a:ext>
              </a:extLst>
            </p:cNvPr>
            <p:cNvCxnSpPr/>
            <p:nvPr/>
          </p:nvCxnSpPr>
          <p:spPr>
            <a:xfrm>
              <a:off x="2683388" y="3106921"/>
              <a:ext cx="7295" cy="407079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1" name="TextBox 75">
            <a:extLst>
              <a:ext uri="{FF2B5EF4-FFF2-40B4-BE49-F238E27FC236}">
                <a16:creationId xmlns:a16="http://schemas.microsoft.com/office/drawing/2014/main" id="{C1756EB3-5894-7FB6-180B-45B739EF910D}"/>
              </a:ext>
            </a:extLst>
          </p:cNvPr>
          <p:cNvSpPr txBox="1"/>
          <p:nvPr/>
        </p:nvSpPr>
        <p:spPr>
          <a:xfrm>
            <a:off x="7804717" y="3446240"/>
            <a:ext cx="1170016" cy="558824"/>
          </a:xfrm>
          <a:prstGeom prst="rect">
            <a:avLst/>
          </a:prstGeom>
          <a:noFill/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98F763D-CBD9-F717-F5F2-C1B0D76F525E}"/>
              </a:ext>
            </a:extLst>
          </p:cNvPr>
          <p:cNvSpPr/>
          <p:nvPr/>
        </p:nvSpPr>
        <p:spPr>
          <a:xfrm>
            <a:off x="7141771" y="4564810"/>
            <a:ext cx="2412035" cy="903645"/>
          </a:xfrm>
          <a:prstGeom prst="rect">
            <a:avLst/>
          </a:prstGeom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000" dirty="0"/>
              <a:t>Tủ điện điều khiển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55696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925023" y="664166"/>
            <a:ext cx="8302351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448">
              <a:lnSpc>
                <a:spcPts val="4638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MỤC TIÊU</a:t>
            </a:r>
          </a:p>
        </p:txBody>
      </p:sp>
      <p:pic>
        <p:nvPicPr>
          <p:cNvPr id="37" name="Picture 3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9CFEF01-070A-BA75-81D5-9E7848C3FA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4749" y="6222273"/>
            <a:ext cx="1216572" cy="425039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AB3E4042-0577-CE28-85A2-C539284F155E}"/>
              </a:ext>
            </a:extLst>
          </p:cNvPr>
          <p:cNvSpPr txBox="1"/>
          <p:nvPr/>
        </p:nvSpPr>
        <p:spPr>
          <a:xfrm>
            <a:off x="0" y="880085"/>
            <a:ext cx="2112114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448">
              <a:lnSpc>
                <a:spcPts val="2239"/>
              </a:lnSpc>
            </a:pPr>
            <a:r>
              <a:rPr lang="en-US" sz="3999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I</a:t>
            </a:r>
          </a:p>
        </p:txBody>
      </p:sp>
      <p:sp>
        <p:nvSpPr>
          <p:cNvPr id="49" name="Freeform 3">
            <a:extLst>
              <a:ext uri="{FF2B5EF4-FFF2-40B4-BE49-F238E27FC236}">
                <a16:creationId xmlns:a16="http://schemas.microsoft.com/office/drawing/2014/main" id="{A5E4B8AF-88D2-F081-6D15-33F6DB0829BB}"/>
              </a:ext>
            </a:extLst>
          </p:cNvPr>
          <p:cNvSpPr/>
          <p:nvPr/>
        </p:nvSpPr>
        <p:spPr>
          <a:xfrm>
            <a:off x="2" y="1589"/>
            <a:ext cx="12188822" cy="1123155"/>
          </a:xfrm>
          <a:custGeom>
            <a:avLst/>
            <a:gdLst/>
            <a:ahLst/>
            <a:cxnLst/>
            <a:rect l="l" t="t" r="r" b="b"/>
            <a:pathLst>
              <a:path w="4816592" h="894404">
                <a:moveTo>
                  <a:pt x="0" y="0"/>
                </a:moveTo>
                <a:lnTo>
                  <a:pt x="4816592" y="0"/>
                </a:lnTo>
                <a:lnTo>
                  <a:pt x="4816592" y="894404"/>
                </a:lnTo>
                <a:lnTo>
                  <a:pt x="0" y="894404"/>
                </a:lnTo>
                <a:close/>
              </a:path>
            </a:pathLst>
          </a:custGeom>
          <a:solidFill>
            <a:srgbClr val="234093"/>
          </a:solidFill>
          <a:ln>
            <a:solidFill>
              <a:srgbClr val="24409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Freeform 7">
            <a:extLst>
              <a:ext uri="{FF2B5EF4-FFF2-40B4-BE49-F238E27FC236}">
                <a16:creationId xmlns:a16="http://schemas.microsoft.com/office/drawing/2014/main" id="{89B35A60-6CF3-3AE2-7681-15626E09BA20}"/>
              </a:ext>
            </a:extLst>
          </p:cNvPr>
          <p:cNvSpPr/>
          <p:nvPr/>
        </p:nvSpPr>
        <p:spPr>
          <a:xfrm>
            <a:off x="-1" y="-13414"/>
            <a:ext cx="2326957" cy="1138158"/>
          </a:xfrm>
          <a:custGeom>
            <a:avLst/>
            <a:gdLst>
              <a:gd name="connsiteX0" fmla="*/ 0 w 1435852"/>
              <a:gd name="connsiteY0" fmla="*/ 0 h 135828"/>
              <a:gd name="connsiteX1" fmla="*/ 1435852 w 1435852"/>
              <a:gd name="connsiteY1" fmla="*/ 2124 h 135828"/>
              <a:gd name="connsiteX2" fmla="*/ 940800 w 1435852"/>
              <a:gd name="connsiteY2" fmla="*/ 135828 h 135828"/>
              <a:gd name="connsiteX3" fmla="*/ 0 w 1435852"/>
              <a:gd name="connsiteY3" fmla="*/ 135828 h 135828"/>
              <a:gd name="connsiteX4" fmla="*/ 0 w 1435852"/>
              <a:gd name="connsiteY4" fmla="*/ 0 h 135828"/>
              <a:gd name="connsiteX0" fmla="*/ 0 w 1435852"/>
              <a:gd name="connsiteY0" fmla="*/ 1063 h 133704"/>
              <a:gd name="connsiteX1" fmla="*/ 1435852 w 1435852"/>
              <a:gd name="connsiteY1" fmla="*/ 0 h 133704"/>
              <a:gd name="connsiteX2" fmla="*/ 940800 w 1435852"/>
              <a:gd name="connsiteY2" fmla="*/ 133704 h 133704"/>
              <a:gd name="connsiteX3" fmla="*/ 0 w 1435852"/>
              <a:gd name="connsiteY3" fmla="*/ 133704 h 133704"/>
              <a:gd name="connsiteX4" fmla="*/ 0 w 1435852"/>
              <a:gd name="connsiteY4" fmla="*/ 1063 h 133704"/>
              <a:gd name="connsiteX0" fmla="*/ 18112 w 1435852"/>
              <a:gd name="connsiteY0" fmla="*/ 0 h 134766"/>
              <a:gd name="connsiteX1" fmla="*/ 1435852 w 1435852"/>
              <a:gd name="connsiteY1" fmla="*/ 1062 h 134766"/>
              <a:gd name="connsiteX2" fmla="*/ 940800 w 1435852"/>
              <a:gd name="connsiteY2" fmla="*/ 134766 h 134766"/>
              <a:gd name="connsiteX3" fmla="*/ 0 w 1435852"/>
              <a:gd name="connsiteY3" fmla="*/ 134766 h 134766"/>
              <a:gd name="connsiteX4" fmla="*/ 18112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940800 w 1435852"/>
              <a:gd name="connsiteY2" fmla="*/ 134766 h 134766"/>
              <a:gd name="connsiteX3" fmla="*/ 0 w 1435852"/>
              <a:gd name="connsiteY3" fmla="*/ 134766 h 134766"/>
              <a:gd name="connsiteX4" fmla="*/ 0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1224549 w 1435852"/>
              <a:gd name="connsiteY2" fmla="*/ 134766 h 134766"/>
              <a:gd name="connsiteX3" fmla="*/ 0 w 1435852"/>
              <a:gd name="connsiteY3" fmla="*/ 134766 h 134766"/>
              <a:gd name="connsiteX4" fmla="*/ 0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1109842 w 1435852"/>
              <a:gd name="connsiteY2" fmla="*/ 133704 h 134766"/>
              <a:gd name="connsiteX3" fmla="*/ 0 w 1435852"/>
              <a:gd name="connsiteY3" fmla="*/ 134766 h 134766"/>
              <a:gd name="connsiteX4" fmla="*/ 0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1267815 w 1435852"/>
              <a:gd name="connsiteY2" fmla="*/ 65106 h 134766"/>
              <a:gd name="connsiteX3" fmla="*/ 1109842 w 1435852"/>
              <a:gd name="connsiteY3" fmla="*/ 133704 h 134766"/>
              <a:gd name="connsiteX4" fmla="*/ 0 w 1435852"/>
              <a:gd name="connsiteY4" fmla="*/ 134766 h 134766"/>
              <a:gd name="connsiteX5" fmla="*/ 0 w 1435852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3187 h 134766"/>
              <a:gd name="connsiteX2" fmla="*/ 1267815 w 1267815"/>
              <a:gd name="connsiteY2" fmla="*/ 65106 h 134766"/>
              <a:gd name="connsiteX3" fmla="*/ 1109842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109842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7953"/>
              <a:gd name="connsiteX1" fmla="*/ 1049470 w 1267815"/>
              <a:gd name="connsiteY1" fmla="*/ 0 h 137953"/>
              <a:gd name="connsiteX2" fmla="*/ 1267815 w 1267815"/>
              <a:gd name="connsiteY2" fmla="*/ 65106 h 137953"/>
              <a:gd name="connsiteX3" fmla="*/ 1043433 w 1267815"/>
              <a:gd name="connsiteY3" fmla="*/ 137953 h 137953"/>
              <a:gd name="connsiteX4" fmla="*/ 0 w 1267815"/>
              <a:gd name="connsiteY4" fmla="*/ 134766 h 137953"/>
              <a:gd name="connsiteX5" fmla="*/ 0 w 1267815"/>
              <a:gd name="connsiteY5" fmla="*/ 0 h 137953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049471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049471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049471 w 1267815"/>
              <a:gd name="connsiteY3" fmla="*/ 134766 h 134766"/>
              <a:gd name="connsiteX4" fmla="*/ 0 w 1267815"/>
              <a:gd name="connsiteY4" fmla="*/ 134766 h 134766"/>
              <a:gd name="connsiteX5" fmla="*/ 0 w 1267815"/>
              <a:gd name="connsiteY5" fmla="*/ 0 h 134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7815" h="134766">
                <a:moveTo>
                  <a:pt x="0" y="0"/>
                </a:moveTo>
                <a:lnTo>
                  <a:pt x="1049470" y="0"/>
                </a:lnTo>
                <a:lnTo>
                  <a:pt x="1267815" y="65106"/>
                </a:lnTo>
                <a:lnTo>
                  <a:pt x="1049471" y="134766"/>
                </a:lnTo>
                <a:lnTo>
                  <a:pt x="0" y="134766"/>
                </a:lnTo>
                <a:lnTo>
                  <a:pt x="0" y="0"/>
                </a:lnTo>
                <a:close/>
              </a:path>
            </a:pathLst>
          </a:custGeom>
          <a:solidFill>
            <a:srgbClr val="42C1C7"/>
          </a:solidFill>
        </p:spPr>
        <p:txBody>
          <a:bodyPr anchor="ctr"/>
          <a:lstStyle/>
          <a:p>
            <a:pPr algn="ctr" defTabSz="609448"/>
            <a:endParaRPr lang="en-US" sz="3199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C13B13A-7390-144F-19BA-8E93AC8D6B0A}"/>
              </a:ext>
            </a:extLst>
          </p:cNvPr>
          <p:cNvSpPr txBox="1"/>
          <p:nvPr/>
        </p:nvSpPr>
        <p:spPr>
          <a:xfrm>
            <a:off x="257165" y="256473"/>
            <a:ext cx="2029755" cy="584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448"/>
            <a:r>
              <a:rPr lang="en-US" sz="3199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PHẦN </a:t>
            </a:r>
            <a:r>
              <a:rPr lang="vi-VN" sz="3199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sz="3199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5">
            <a:extLst>
              <a:ext uri="{FF2B5EF4-FFF2-40B4-BE49-F238E27FC236}">
                <a16:creationId xmlns:a16="http://schemas.microsoft.com/office/drawing/2014/main" id="{6E54EA5A-BFB3-1AC1-B59F-397B8A60773B}"/>
              </a:ext>
            </a:extLst>
          </p:cNvPr>
          <p:cNvSpPr txBox="1"/>
          <p:nvPr/>
        </p:nvSpPr>
        <p:spPr>
          <a:xfrm>
            <a:off x="2539335" y="341324"/>
            <a:ext cx="9637722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vi-VN" b="1" dirty="0">
                <a:solidFill>
                  <a:schemeClr val="bg1"/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NGUYÊN LÝ  HOẠT ĐỘNG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B04FB3-62D8-A6FD-C077-5013E768C07D}"/>
              </a:ext>
            </a:extLst>
          </p:cNvPr>
          <p:cNvSpPr txBox="1"/>
          <p:nvPr/>
        </p:nvSpPr>
        <p:spPr>
          <a:xfrm>
            <a:off x="230695" y="1124744"/>
            <a:ext cx="11696365" cy="5806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Nguyên lý hoạt động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vi-V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tabLst>
                <a:tab pos="461963" algn="l"/>
              </a:tabLst>
            </a:pP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Bộ ATS sẽ lấy hai nguồn 3P+N của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hai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tủ NSB-GND-06 và NSB-GND-04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cấp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bộ ATS. Đầu ra của ATS được đấu nối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lại với nhau và cấp nguồn cho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hệ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thống server CACK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qua hai MCB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hiện hữu.</a:t>
            </a:r>
          </a:p>
          <a:p>
            <a:pPr algn="just" defTabSz="461963">
              <a:lnSpc>
                <a:spcPct val="130000"/>
              </a:lnSpc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Khi nguồn chính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từ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tủ NSB-GND-06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bị mất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bộ ATS sẽ tự động chuyển sang nguồn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phụ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từ tủ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NSB-GND-04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để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tiếp tục cấp điện cho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hệ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thống server và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Thời gian chuyển mạch có thể được cài đặt trong khoảng từ 0 đến 180 giây.</a:t>
            </a:r>
          </a:p>
          <a:p>
            <a:pPr marL="342900" indent="-342900">
              <a:lnSpc>
                <a:spcPct val="130000"/>
              </a:lnSpc>
              <a:buFontTx/>
              <a:buChar char="-"/>
            </a:pP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lang="vi-V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30000"/>
              </a:lnSpc>
              <a:buAutoNum type="arabicPeriod"/>
            </a:pPr>
            <a:endParaRPr lang="vi-V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30000"/>
              </a:lnSpc>
              <a:buAutoNum type="arabicPeriod"/>
            </a:pPr>
            <a:endParaRPr lang="vi-V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30000"/>
              </a:lnSpc>
              <a:buAutoNum type="arabicPeriod"/>
            </a:pP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EB04FB3-62D8-A6FD-C077-5013E768C07D}"/>
              </a:ext>
            </a:extLst>
          </p:cNvPr>
          <p:cNvSpPr txBox="1"/>
          <p:nvPr/>
        </p:nvSpPr>
        <p:spPr>
          <a:xfrm>
            <a:off x="257165" y="4471020"/>
            <a:ext cx="11696365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sung: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436336"/>
              </p:ext>
            </p:extLst>
          </p:nvPr>
        </p:nvGraphicFramePr>
        <p:xfrm>
          <a:off x="3130277" y="4869160"/>
          <a:ext cx="7585157" cy="19263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77485">
                  <a:extLst>
                    <a:ext uri="{9D8B030D-6E8A-4147-A177-3AD203B41FA5}">
                      <a16:colId xmlns:a16="http://schemas.microsoft.com/office/drawing/2014/main" val="3710706998"/>
                    </a:ext>
                  </a:extLst>
                </a:gridCol>
                <a:gridCol w="3144549">
                  <a:extLst>
                    <a:ext uri="{9D8B030D-6E8A-4147-A177-3AD203B41FA5}">
                      <a16:colId xmlns:a16="http://schemas.microsoft.com/office/drawing/2014/main" val="2186153217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165255483"/>
                    </a:ext>
                  </a:extLst>
                </a:gridCol>
                <a:gridCol w="1806939">
                  <a:extLst>
                    <a:ext uri="{9D8B030D-6E8A-4147-A177-3AD203B41FA5}">
                      <a16:colId xmlns:a16="http://schemas.microsoft.com/office/drawing/2014/main" val="532330104"/>
                    </a:ext>
                  </a:extLst>
                </a:gridCol>
              </a:tblGrid>
              <a:tr h="313792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STT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512" marR="6151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Tên vật tư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512" marR="6151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 lượng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512" marR="6151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Đơn vị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512" marR="6151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423929"/>
                  </a:ext>
                </a:extLst>
              </a:tr>
              <a:tr h="313792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512" marR="6151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Dây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điện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CXV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cadivi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4*16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mm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512" marR="6151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512" marR="6151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ét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512" marR="6151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734464"/>
                  </a:ext>
                </a:extLst>
              </a:tr>
              <a:tr h="313792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512" marR="6151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Bộ chuyển nguồn tự động ATS 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512" marR="6151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512" marR="6151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ái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512" marR="6151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358255"/>
                  </a:ext>
                </a:extLst>
              </a:tr>
              <a:tr h="313792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512" marR="6151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Domino 100A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512" marR="6151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512" marR="6151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Cái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512" marR="6151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7677261"/>
                  </a:ext>
                </a:extLst>
              </a:tr>
              <a:tr h="313792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512" marR="6151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Đèn báo pha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512" marR="6151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512" marR="6151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ái</a:t>
                      </a:r>
                      <a:endParaRPr lang="vi-VN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12" marR="6151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867526"/>
                  </a:ext>
                </a:extLst>
              </a:tr>
              <a:tr h="313792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512" marR="6151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Tủ điện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512" marR="6151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512" marR="6151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vi-VN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Cái</a:t>
                      </a:r>
                    </a:p>
                  </a:txBody>
                  <a:tcPr marL="61512" marR="6151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683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5806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925023" y="664166"/>
            <a:ext cx="8302351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448">
              <a:lnSpc>
                <a:spcPts val="4638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MỤC TIÊU</a:t>
            </a:r>
          </a:p>
        </p:txBody>
      </p:sp>
      <p:pic>
        <p:nvPicPr>
          <p:cNvPr id="37" name="Picture 3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9CFEF01-070A-BA75-81D5-9E7848C3FA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4749" y="6316329"/>
            <a:ext cx="1216572" cy="425039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AB3E4042-0577-CE28-85A2-C539284F155E}"/>
              </a:ext>
            </a:extLst>
          </p:cNvPr>
          <p:cNvSpPr txBox="1"/>
          <p:nvPr/>
        </p:nvSpPr>
        <p:spPr>
          <a:xfrm>
            <a:off x="0" y="880085"/>
            <a:ext cx="2112114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448">
              <a:lnSpc>
                <a:spcPts val="2239"/>
              </a:lnSpc>
            </a:pPr>
            <a:r>
              <a:rPr lang="en-US" sz="3999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I</a:t>
            </a:r>
          </a:p>
        </p:txBody>
      </p:sp>
      <p:sp>
        <p:nvSpPr>
          <p:cNvPr id="49" name="Freeform 3">
            <a:extLst>
              <a:ext uri="{FF2B5EF4-FFF2-40B4-BE49-F238E27FC236}">
                <a16:creationId xmlns:a16="http://schemas.microsoft.com/office/drawing/2014/main" id="{A5E4B8AF-88D2-F081-6D15-33F6DB0829BB}"/>
              </a:ext>
            </a:extLst>
          </p:cNvPr>
          <p:cNvSpPr/>
          <p:nvPr/>
        </p:nvSpPr>
        <p:spPr>
          <a:xfrm>
            <a:off x="2" y="1589"/>
            <a:ext cx="12188822" cy="1123155"/>
          </a:xfrm>
          <a:custGeom>
            <a:avLst/>
            <a:gdLst/>
            <a:ahLst/>
            <a:cxnLst/>
            <a:rect l="l" t="t" r="r" b="b"/>
            <a:pathLst>
              <a:path w="4816592" h="894404">
                <a:moveTo>
                  <a:pt x="0" y="0"/>
                </a:moveTo>
                <a:lnTo>
                  <a:pt x="4816592" y="0"/>
                </a:lnTo>
                <a:lnTo>
                  <a:pt x="4816592" y="894404"/>
                </a:lnTo>
                <a:lnTo>
                  <a:pt x="0" y="894404"/>
                </a:lnTo>
                <a:close/>
              </a:path>
            </a:pathLst>
          </a:custGeom>
          <a:solidFill>
            <a:srgbClr val="234093"/>
          </a:solidFill>
          <a:ln>
            <a:solidFill>
              <a:srgbClr val="24409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Freeform 7">
            <a:extLst>
              <a:ext uri="{FF2B5EF4-FFF2-40B4-BE49-F238E27FC236}">
                <a16:creationId xmlns:a16="http://schemas.microsoft.com/office/drawing/2014/main" id="{89B35A60-6CF3-3AE2-7681-15626E09BA20}"/>
              </a:ext>
            </a:extLst>
          </p:cNvPr>
          <p:cNvSpPr/>
          <p:nvPr/>
        </p:nvSpPr>
        <p:spPr>
          <a:xfrm>
            <a:off x="-1" y="-13414"/>
            <a:ext cx="2326957" cy="1138158"/>
          </a:xfrm>
          <a:custGeom>
            <a:avLst/>
            <a:gdLst>
              <a:gd name="connsiteX0" fmla="*/ 0 w 1435852"/>
              <a:gd name="connsiteY0" fmla="*/ 0 h 135828"/>
              <a:gd name="connsiteX1" fmla="*/ 1435852 w 1435852"/>
              <a:gd name="connsiteY1" fmla="*/ 2124 h 135828"/>
              <a:gd name="connsiteX2" fmla="*/ 940800 w 1435852"/>
              <a:gd name="connsiteY2" fmla="*/ 135828 h 135828"/>
              <a:gd name="connsiteX3" fmla="*/ 0 w 1435852"/>
              <a:gd name="connsiteY3" fmla="*/ 135828 h 135828"/>
              <a:gd name="connsiteX4" fmla="*/ 0 w 1435852"/>
              <a:gd name="connsiteY4" fmla="*/ 0 h 135828"/>
              <a:gd name="connsiteX0" fmla="*/ 0 w 1435852"/>
              <a:gd name="connsiteY0" fmla="*/ 1063 h 133704"/>
              <a:gd name="connsiteX1" fmla="*/ 1435852 w 1435852"/>
              <a:gd name="connsiteY1" fmla="*/ 0 h 133704"/>
              <a:gd name="connsiteX2" fmla="*/ 940800 w 1435852"/>
              <a:gd name="connsiteY2" fmla="*/ 133704 h 133704"/>
              <a:gd name="connsiteX3" fmla="*/ 0 w 1435852"/>
              <a:gd name="connsiteY3" fmla="*/ 133704 h 133704"/>
              <a:gd name="connsiteX4" fmla="*/ 0 w 1435852"/>
              <a:gd name="connsiteY4" fmla="*/ 1063 h 133704"/>
              <a:gd name="connsiteX0" fmla="*/ 18112 w 1435852"/>
              <a:gd name="connsiteY0" fmla="*/ 0 h 134766"/>
              <a:gd name="connsiteX1" fmla="*/ 1435852 w 1435852"/>
              <a:gd name="connsiteY1" fmla="*/ 1062 h 134766"/>
              <a:gd name="connsiteX2" fmla="*/ 940800 w 1435852"/>
              <a:gd name="connsiteY2" fmla="*/ 134766 h 134766"/>
              <a:gd name="connsiteX3" fmla="*/ 0 w 1435852"/>
              <a:gd name="connsiteY3" fmla="*/ 134766 h 134766"/>
              <a:gd name="connsiteX4" fmla="*/ 18112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940800 w 1435852"/>
              <a:gd name="connsiteY2" fmla="*/ 134766 h 134766"/>
              <a:gd name="connsiteX3" fmla="*/ 0 w 1435852"/>
              <a:gd name="connsiteY3" fmla="*/ 134766 h 134766"/>
              <a:gd name="connsiteX4" fmla="*/ 0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1224549 w 1435852"/>
              <a:gd name="connsiteY2" fmla="*/ 134766 h 134766"/>
              <a:gd name="connsiteX3" fmla="*/ 0 w 1435852"/>
              <a:gd name="connsiteY3" fmla="*/ 134766 h 134766"/>
              <a:gd name="connsiteX4" fmla="*/ 0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1109842 w 1435852"/>
              <a:gd name="connsiteY2" fmla="*/ 133704 h 134766"/>
              <a:gd name="connsiteX3" fmla="*/ 0 w 1435852"/>
              <a:gd name="connsiteY3" fmla="*/ 134766 h 134766"/>
              <a:gd name="connsiteX4" fmla="*/ 0 w 1435852"/>
              <a:gd name="connsiteY4" fmla="*/ 0 h 134766"/>
              <a:gd name="connsiteX0" fmla="*/ 0 w 1435852"/>
              <a:gd name="connsiteY0" fmla="*/ 0 h 134766"/>
              <a:gd name="connsiteX1" fmla="*/ 1435852 w 1435852"/>
              <a:gd name="connsiteY1" fmla="*/ 1062 h 134766"/>
              <a:gd name="connsiteX2" fmla="*/ 1267815 w 1435852"/>
              <a:gd name="connsiteY2" fmla="*/ 65106 h 134766"/>
              <a:gd name="connsiteX3" fmla="*/ 1109842 w 1435852"/>
              <a:gd name="connsiteY3" fmla="*/ 133704 h 134766"/>
              <a:gd name="connsiteX4" fmla="*/ 0 w 1435852"/>
              <a:gd name="connsiteY4" fmla="*/ 134766 h 134766"/>
              <a:gd name="connsiteX5" fmla="*/ 0 w 1435852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3187 h 134766"/>
              <a:gd name="connsiteX2" fmla="*/ 1267815 w 1267815"/>
              <a:gd name="connsiteY2" fmla="*/ 65106 h 134766"/>
              <a:gd name="connsiteX3" fmla="*/ 1109842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109842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7953"/>
              <a:gd name="connsiteX1" fmla="*/ 1049470 w 1267815"/>
              <a:gd name="connsiteY1" fmla="*/ 0 h 137953"/>
              <a:gd name="connsiteX2" fmla="*/ 1267815 w 1267815"/>
              <a:gd name="connsiteY2" fmla="*/ 65106 h 137953"/>
              <a:gd name="connsiteX3" fmla="*/ 1043433 w 1267815"/>
              <a:gd name="connsiteY3" fmla="*/ 137953 h 137953"/>
              <a:gd name="connsiteX4" fmla="*/ 0 w 1267815"/>
              <a:gd name="connsiteY4" fmla="*/ 134766 h 137953"/>
              <a:gd name="connsiteX5" fmla="*/ 0 w 1267815"/>
              <a:gd name="connsiteY5" fmla="*/ 0 h 137953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049471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049471 w 1267815"/>
              <a:gd name="connsiteY3" fmla="*/ 133704 h 134766"/>
              <a:gd name="connsiteX4" fmla="*/ 0 w 1267815"/>
              <a:gd name="connsiteY4" fmla="*/ 134766 h 134766"/>
              <a:gd name="connsiteX5" fmla="*/ 0 w 1267815"/>
              <a:gd name="connsiteY5" fmla="*/ 0 h 134766"/>
              <a:gd name="connsiteX0" fmla="*/ 0 w 1267815"/>
              <a:gd name="connsiteY0" fmla="*/ 0 h 134766"/>
              <a:gd name="connsiteX1" fmla="*/ 1049470 w 1267815"/>
              <a:gd name="connsiteY1" fmla="*/ 0 h 134766"/>
              <a:gd name="connsiteX2" fmla="*/ 1267815 w 1267815"/>
              <a:gd name="connsiteY2" fmla="*/ 65106 h 134766"/>
              <a:gd name="connsiteX3" fmla="*/ 1049471 w 1267815"/>
              <a:gd name="connsiteY3" fmla="*/ 134766 h 134766"/>
              <a:gd name="connsiteX4" fmla="*/ 0 w 1267815"/>
              <a:gd name="connsiteY4" fmla="*/ 134766 h 134766"/>
              <a:gd name="connsiteX5" fmla="*/ 0 w 1267815"/>
              <a:gd name="connsiteY5" fmla="*/ 0 h 134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7815" h="134766">
                <a:moveTo>
                  <a:pt x="0" y="0"/>
                </a:moveTo>
                <a:lnTo>
                  <a:pt x="1049470" y="0"/>
                </a:lnTo>
                <a:lnTo>
                  <a:pt x="1267815" y="65106"/>
                </a:lnTo>
                <a:lnTo>
                  <a:pt x="1049471" y="134766"/>
                </a:lnTo>
                <a:lnTo>
                  <a:pt x="0" y="134766"/>
                </a:lnTo>
                <a:lnTo>
                  <a:pt x="0" y="0"/>
                </a:lnTo>
                <a:close/>
              </a:path>
            </a:pathLst>
          </a:custGeom>
          <a:solidFill>
            <a:srgbClr val="42C1C7"/>
          </a:solidFill>
        </p:spPr>
        <p:txBody>
          <a:bodyPr anchor="ctr"/>
          <a:lstStyle/>
          <a:p>
            <a:pPr algn="ctr" defTabSz="609448"/>
            <a:endParaRPr lang="en-US" sz="3199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C13B13A-7390-144F-19BA-8E93AC8D6B0A}"/>
              </a:ext>
            </a:extLst>
          </p:cNvPr>
          <p:cNvSpPr txBox="1"/>
          <p:nvPr/>
        </p:nvSpPr>
        <p:spPr>
          <a:xfrm>
            <a:off x="257165" y="256473"/>
            <a:ext cx="2029755" cy="584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448"/>
            <a:r>
              <a:rPr lang="en-US" sz="3199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PHẦN 4</a:t>
            </a:r>
          </a:p>
        </p:txBody>
      </p:sp>
      <p:sp>
        <p:nvSpPr>
          <p:cNvPr id="40" name="TextBox 5">
            <a:extLst>
              <a:ext uri="{FF2B5EF4-FFF2-40B4-BE49-F238E27FC236}">
                <a16:creationId xmlns:a16="http://schemas.microsoft.com/office/drawing/2014/main" id="{6E54EA5A-BFB3-1AC1-B59F-397B8A60773B}"/>
              </a:ext>
            </a:extLst>
          </p:cNvPr>
          <p:cNvSpPr txBox="1"/>
          <p:nvPr/>
        </p:nvSpPr>
        <p:spPr>
          <a:xfrm>
            <a:off x="2539335" y="341324"/>
            <a:ext cx="9637722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NHỮNG ƯU ĐIỂM HỆ THỐNG MANG LẠI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C89769-C4AE-3C42-53C8-10CAC31AF664}"/>
              </a:ext>
            </a:extLst>
          </p:cNvPr>
          <p:cNvSpPr txBox="1"/>
          <p:nvPr/>
        </p:nvSpPr>
        <p:spPr>
          <a:xfrm>
            <a:off x="477788" y="1412776"/>
            <a:ext cx="11042699" cy="41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7013" lvl="1" algn="just" defTabSz="687388">
              <a:lnSpc>
                <a:spcPct val="150000"/>
              </a:lnSpc>
              <a:spcAft>
                <a:spcPts val="800"/>
              </a:spcAft>
            </a:pPr>
            <a:r>
              <a:rPr lang="vi-VN" kern="0" dirty="0">
                <a:latin typeface="+mj-lt"/>
                <a:cs typeface="Times New Roman" panose="02020603050405020304" pitchFamily="18" charset="0"/>
              </a:rPr>
              <a:t>	</a:t>
            </a:r>
            <a:r>
              <a:rPr lang="vi-VN" kern="0" dirty="0"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server của CACK trong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dưỡng,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sữa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cố tại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tủ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NSB-GND-06.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phòng CACK luôn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điện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đến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bay.</a:t>
            </a:r>
          </a:p>
          <a:p>
            <a:pPr marL="227013" lvl="1" algn="just" defTabSz="687388">
              <a:lnSpc>
                <a:spcPct val="150000"/>
              </a:lnSpc>
              <a:spcAft>
                <a:spcPts val="800"/>
              </a:spcAft>
            </a:pPr>
            <a:r>
              <a:rPr lang="vi-VN" kern="0" dirty="0">
                <a:latin typeface="+mj-lt"/>
                <a:cs typeface="Times New Roman" panose="02020603050405020304" pitchFamily="18" charset="0"/>
              </a:rPr>
              <a:t>	</a:t>
            </a:r>
            <a:r>
              <a:rPr lang="vi-VN" kern="0" dirty="0"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và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giúp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cường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ổn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lâu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7013" lvl="1" algn="just" defTabSz="687388">
              <a:lnSpc>
                <a:spcPct val="150000"/>
              </a:lnSpc>
              <a:spcAft>
                <a:spcPts val="800"/>
              </a:spcAft>
            </a:pPr>
            <a:r>
              <a:rPr lang="vi-V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	</a:t>
            </a:r>
            <a:r>
              <a:rPr lang="vi-VN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Vì vậy, với các điểm tối ưu trên, mong muốn được triển khai phương án cải tạo này cho hệ </a:t>
            </a:r>
            <a:r>
              <a:rPr lang="vi-VN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thống </a:t>
            </a:r>
            <a:r>
              <a:rPr lang="en-US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server của CACK nhập cảnh</a:t>
            </a:r>
            <a:r>
              <a:rPr lang="vi-VN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929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DACFA29-AF1C-CE4E-ECE9-18E8B48B7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825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AEAFB1-07AB-AE6B-2631-94A2A78AFF55}"/>
              </a:ext>
            </a:extLst>
          </p:cNvPr>
          <p:cNvPicPr/>
          <p:nvPr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64" y="4149080"/>
            <a:ext cx="12188825" cy="2284948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9" name="TextBox 12">
            <a:extLst>
              <a:ext uri="{FF2B5EF4-FFF2-40B4-BE49-F238E27FC236}">
                <a16:creationId xmlns:a16="http://schemas.microsoft.com/office/drawing/2014/main" id="{21001369-CC7D-0363-0261-0A902D1DFBCE}"/>
              </a:ext>
            </a:extLst>
          </p:cNvPr>
          <p:cNvSpPr txBox="1"/>
          <p:nvPr/>
        </p:nvSpPr>
        <p:spPr>
          <a:xfrm>
            <a:off x="-458316" y="4797152"/>
            <a:ext cx="7405076" cy="1192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267"/>
              </a:lnSpc>
              <a:spcBef>
                <a:spcPct val="0"/>
              </a:spcBef>
            </a:pPr>
            <a:r>
              <a:rPr lang="en-US" sz="7988" b="1">
                <a:solidFill>
                  <a:schemeClr val="tx2"/>
                </a:solidFill>
                <a:latin typeface="Open Sans Bold"/>
              </a:rPr>
              <a:t>THANK YOU!</a:t>
            </a:r>
            <a:endParaRPr lang="en-US" sz="7988" b="1" u="none" dirty="0">
              <a:solidFill>
                <a:schemeClr val="tx2"/>
              </a:solidFill>
              <a:latin typeface="Open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360714985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2296</TotalTime>
  <Words>860</Words>
  <Application>Microsoft Office PowerPoint</Application>
  <PresentationFormat>Custom</PresentationFormat>
  <Paragraphs>130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Open Sans Bold</vt:lpstr>
      <vt:lpstr>Times New Roman</vt:lpstr>
      <vt:lpstr>Wingdings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You Exec (https://youexec.com?sr=kpipd)</Manager>
  <Company>You Exec (https://youexec.com?sr=kpipd)</Company>
  <LinksUpToDate>false</LinksUpToDate>
  <SharedDoc>false</SharedDoc>
  <HyperlinkBase>https://youexec.com?sr=kpipd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 Exec (https://youexec.com?sr=kpipd)</dc:title>
  <dc:subject>You Exec (https://youexec.com?sr=kpipd)</dc:subject>
  <dc:creator>You Exec (https://youexec.com?sr=kpipd)</dc:creator>
  <cp:keywords>You Exec (https:/youexec.com?sr=kpipd)</cp:keywords>
  <dc:description>You Exec (https://youexec.com?sr=kpipd)</dc:description>
  <cp:lastModifiedBy>Vy Ngoc Phuoc</cp:lastModifiedBy>
  <cp:revision>444</cp:revision>
  <cp:lastPrinted>2022-11-23T09:18:08Z</cp:lastPrinted>
  <dcterms:created xsi:type="dcterms:W3CDTF">2013-09-12T13:05:01Z</dcterms:created>
  <dcterms:modified xsi:type="dcterms:W3CDTF">2026-08-04T14:22:57Z</dcterms:modified>
  <cp:category>You Exec (https://youexec.com?sr=kpipd)</cp:category>
</cp:coreProperties>
</file>